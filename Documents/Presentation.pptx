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60" r:id="rId5"/>
    <p:sldId id="259" r:id="rId6"/>
    <p:sldId id="261" r:id="rId7"/>
    <p:sldId id="262" r:id="rId8"/>
    <p:sldId id="263" r:id="rId9"/>
    <p:sldId id="265" r:id="rId10"/>
    <p:sldId id="266" r:id="rId11"/>
    <p:sldId id="264" r:id="rId12"/>
    <p:sldId id="267" r:id="rId13"/>
    <p:sldId id="268" r:id="rId14"/>
    <p:sldId id="269" r:id="rId15"/>
    <p:sldId id="270" r:id="rId16"/>
    <p:sldId id="296" r:id="rId17"/>
    <p:sldId id="297" r:id="rId18"/>
    <p:sldId id="300" r:id="rId19"/>
    <p:sldId id="302" r:id="rId20"/>
    <p:sldId id="301" r:id="rId21"/>
    <p:sldId id="298" r:id="rId22"/>
    <p:sldId id="299" r:id="rId23"/>
    <p:sldId id="303" r:id="rId24"/>
    <p:sldId id="271" r:id="rId25"/>
    <p:sldId id="293" r:id="rId26"/>
  </p:sldIdLst>
  <p:sldSz cx="12192000" cy="6858000"/>
  <p:notesSz cx="6858000" cy="9144000"/>
  <p:defaultTex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B920A-2CFE-4542-81CB-C3799BBECA14}" v="13" dt="2025-08-22T13:59:18.965"/>
    <p1510:client id="{BACCC155-079F-445C-9571-A16C4DB0BFB9}" v="6" dt="2025-08-22T17:44:10.7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62" autoAdjust="0"/>
    <p:restoredTop sz="94248" autoAdjust="0"/>
  </p:normalViewPr>
  <p:slideViewPr>
    <p:cSldViewPr snapToGrid="0">
      <p:cViewPr>
        <p:scale>
          <a:sx n="75" d="100"/>
          <a:sy n="75" d="100"/>
        </p:scale>
        <p:origin x="1186"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54283-FDB5-4502-8E0E-B1B085FD2F71}" type="datetimeFigureOut">
              <a:rPr lang="en-AG" smtClean="0"/>
              <a:t>11/01/2025</a:t>
            </a:fld>
            <a:endParaRPr lang="en-A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ED05AB-ADC5-4E7C-B0CC-153256025246}" type="slidenum">
              <a:rPr lang="en-AG" smtClean="0"/>
              <a:t>‹#›</a:t>
            </a:fld>
            <a:endParaRPr lang="en-AG"/>
          </a:p>
        </p:txBody>
      </p:sp>
    </p:spTree>
    <p:extLst>
      <p:ext uri="{BB962C8B-B14F-4D97-AF65-F5344CB8AC3E}">
        <p14:creationId xmlns:p14="http://schemas.microsoft.com/office/powerpoint/2010/main" val="3632157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ED05AB-ADC5-4E7C-B0CC-153256025246}" type="slidenum">
              <a:rPr lang="en-AG" smtClean="0"/>
              <a:t>13</a:t>
            </a:fld>
            <a:endParaRPr lang="en-AG"/>
          </a:p>
        </p:txBody>
      </p:sp>
    </p:spTree>
    <p:extLst>
      <p:ext uri="{BB962C8B-B14F-4D97-AF65-F5344CB8AC3E}">
        <p14:creationId xmlns:p14="http://schemas.microsoft.com/office/powerpoint/2010/main" val="2170450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C7EB2-D48C-5D5E-2450-2AF829657B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G"/>
          </a:p>
        </p:txBody>
      </p:sp>
      <p:sp>
        <p:nvSpPr>
          <p:cNvPr id="3" name="Subtitle 2">
            <a:extLst>
              <a:ext uri="{FF2B5EF4-FFF2-40B4-BE49-F238E27FC236}">
                <a16:creationId xmlns:a16="http://schemas.microsoft.com/office/drawing/2014/main" id="{919D3636-CCCE-4DD4-0FF5-812C6A680E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G"/>
          </a:p>
        </p:txBody>
      </p:sp>
      <p:sp>
        <p:nvSpPr>
          <p:cNvPr id="4" name="Date Placeholder 3">
            <a:extLst>
              <a:ext uri="{FF2B5EF4-FFF2-40B4-BE49-F238E27FC236}">
                <a16:creationId xmlns:a16="http://schemas.microsoft.com/office/drawing/2014/main" id="{5EB77592-42CB-2035-2C21-A92763CB0C3E}"/>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770326B5-4AED-E594-B396-EDAA452E122F}"/>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80832277-510B-1E8E-745B-81F651E7293B}"/>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036519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44A0-EE79-EC1E-1FD1-1B26CD7B4925}"/>
              </a:ext>
            </a:extLst>
          </p:cNvPr>
          <p:cNvSpPr>
            <a:spLocks noGrp="1"/>
          </p:cNvSpPr>
          <p:nvPr>
            <p:ph type="title"/>
          </p:nvPr>
        </p:nvSpPr>
        <p:spPr/>
        <p:txBody>
          <a:bodyPr/>
          <a:lstStyle/>
          <a:p>
            <a:r>
              <a:rPr lang="en-US"/>
              <a:t>Click to edit Master title style</a:t>
            </a:r>
            <a:endParaRPr lang="en-AG"/>
          </a:p>
        </p:txBody>
      </p:sp>
      <p:sp>
        <p:nvSpPr>
          <p:cNvPr id="3" name="Content Placeholder 2">
            <a:extLst>
              <a:ext uri="{FF2B5EF4-FFF2-40B4-BE49-F238E27FC236}">
                <a16:creationId xmlns:a16="http://schemas.microsoft.com/office/drawing/2014/main" id="{2EA1EF88-4190-30D5-02C1-F0E9FC4E6E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19B250F5-DF1B-AFA9-0BE3-6C16A144900E}"/>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BEDCD5D1-9431-3FEC-9EED-A27733F2F7CE}"/>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A749132A-1B5D-EA43-156E-B9C5786C9E85}"/>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572026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3E534-C6D2-4B3E-71F1-B9668BB881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G"/>
          </a:p>
        </p:txBody>
      </p:sp>
      <p:sp>
        <p:nvSpPr>
          <p:cNvPr id="3" name="Text Placeholder 2">
            <a:extLst>
              <a:ext uri="{FF2B5EF4-FFF2-40B4-BE49-F238E27FC236}">
                <a16:creationId xmlns:a16="http://schemas.microsoft.com/office/drawing/2014/main" id="{EECA0CA2-CCE8-EB60-FB55-E3423623C8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6A87A3-F279-C11A-5483-65BFE4BF30A3}"/>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9A173D60-5C95-78F6-0FF1-7A821CBF17CC}"/>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C4E15E74-3A17-693D-ACEB-95CEA458B1F9}"/>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295847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D3A63-E272-CD7A-AA4D-810213E91057}"/>
              </a:ext>
            </a:extLst>
          </p:cNvPr>
          <p:cNvSpPr>
            <a:spLocks noGrp="1"/>
          </p:cNvSpPr>
          <p:nvPr>
            <p:ph type="title"/>
          </p:nvPr>
        </p:nvSpPr>
        <p:spPr/>
        <p:txBody>
          <a:bodyPr/>
          <a:lstStyle/>
          <a:p>
            <a:r>
              <a:rPr lang="en-US"/>
              <a:t>Click to edit Master title style</a:t>
            </a:r>
            <a:endParaRPr lang="en-AG"/>
          </a:p>
        </p:txBody>
      </p:sp>
      <p:sp>
        <p:nvSpPr>
          <p:cNvPr id="3" name="Content Placeholder 2">
            <a:extLst>
              <a:ext uri="{FF2B5EF4-FFF2-40B4-BE49-F238E27FC236}">
                <a16:creationId xmlns:a16="http://schemas.microsoft.com/office/drawing/2014/main" id="{B7E04048-342C-E064-C348-F3F4DA401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Content Placeholder 3">
            <a:extLst>
              <a:ext uri="{FF2B5EF4-FFF2-40B4-BE49-F238E27FC236}">
                <a16:creationId xmlns:a16="http://schemas.microsoft.com/office/drawing/2014/main" id="{9454480E-0830-35DF-7CEF-EF0EBE24F8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5" name="Date Placeholder 4">
            <a:extLst>
              <a:ext uri="{FF2B5EF4-FFF2-40B4-BE49-F238E27FC236}">
                <a16:creationId xmlns:a16="http://schemas.microsoft.com/office/drawing/2014/main" id="{E8D7EEA6-3641-F875-41BA-11969DEF5A9F}"/>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6" name="Footer Placeholder 5">
            <a:extLst>
              <a:ext uri="{FF2B5EF4-FFF2-40B4-BE49-F238E27FC236}">
                <a16:creationId xmlns:a16="http://schemas.microsoft.com/office/drawing/2014/main" id="{FE421789-20E0-098C-C624-43BB7BE014C6}"/>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A596496C-B16B-64FF-A73A-A5B01E0B841E}"/>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56892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993CA-C455-D7C6-F8A9-88B18B53897A}"/>
              </a:ext>
            </a:extLst>
          </p:cNvPr>
          <p:cNvSpPr>
            <a:spLocks noGrp="1"/>
          </p:cNvSpPr>
          <p:nvPr>
            <p:ph type="title"/>
          </p:nvPr>
        </p:nvSpPr>
        <p:spPr>
          <a:xfrm>
            <a:off x="839788" y="365125"/>
            <a:ext cx="10515600" cy="1325563"/>
          </a:xfrm>
        </p:spPr>
        <p:txBody>
          <a:bodyPr/>
          <a:lstStyle/>
          <a:p>
            <a:r>
              <a:rPr lang="en-US"/>
              <a:t>Click to edit Master title style</a:t>
            </a:r>
            <a:endParaRPr lang="en-AG"/>
          </a:p>
        </p:txBody>
      </p:sp>
      <p:sp>
        <p:nvSpPr>
          <p:cNvPr id="3" name="Text Placeholder 2">
            <a:extLst>
              <a:ext uri="{FF2B5EF4-FFF2-40B4-BE49-F238E27FC236}">
                <a16:creationId xmlns:a16="http://schemas.microsoft.com/office/drawing/2014/main" id="{95E2DDD7-7A88-AEED-B1BE-338A67EAD9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37402A-6E62-AA97-7562-7DB41943D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5" name="Text Placeholder 4">
            <a:extLst>
              <a:ext uri="{FF2B5EF4-FFF2-40B4-BE49-F238E27FC236}">
                <a16:creationId xmlns:a16="http://schemas.microsoft.com/office/drawing/2014/main" id="{36CC846D-E8D7-FE6E-FE32-3D585B70BD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E4E673-ABF7-01DC-7B99-28A6C846AB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7" name="Date Placeholder 6">
            <a:extLst>
              <a:ext uri="{FF2B5EF4-FFF2-40B4-BE49-F238E27FC236}">
                <a16:creationId xmlns:a16="http://schemas.microsoft.com/office/drawing/2014/main" id="{8C5DFE00-5127-4978-2F9C-ED9A9CE9C270}"/>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8" name="Footer Placeholder 7">
            <a:extLst>
              <a:ext uri="{FF2B5EF4-FFF2-40B4-BE49-F238E27FC236}">
                <a16:creationId xmlns:a16="http://schemas.microsoft.com/office/drawing/2014/main" id="{442A1739-388B-C565-577C-6D1C0A818E8A}"/>
              </a:ext>
            </a:extLst>
          </p:cNvPr>
          <p:cNvSpPr>
            <a:spLocks noGrp="1"/>
          </p:cNvSpPr>
          <p:nvPr>
            <p:ph type="ftr" sz="quarter" idx="11"/>
          </p:nvPr>
        </p:nvSpPr>
        <p:spPr/>
        <p:txBody>
          <a:bodyPr/>
          <a:lstStyle/>
          <a:p>
            <a:endParaRPr lang="en-AG"/>
          </a:p>
        </p:txBody>
      </p:sp>
      <p:sp>
        <p:nvSpPr>
          <p:cNvPr id="9" name="Slide Number Placeholder 8">
            <a:extLst>
              <a:ext uri="{FF2B5EF4-FFF2-40B4-BE49-F238E27FC236}">
                <a16:creationId xmlns:a16="http://schemas.microsoft.com/office/drawing/2014/main" id="{DCDB5790-2F51-EB1E-20A2-813604FDA5E3}"/>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50364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48897-BA19-DA4A-6BAC-C2BD26D90533}"/>
              </a:ext>
            </a:extLst>
          </p:cNvPr>
          <p:cNvSpPr>
            <a:spLocks noGrp="1"/>
          </p:cNvSpPr>
          <p:nvPr>
            <p:ph type="title"/>
          </p:nvPr>
        </p:nvSpPr>
        <p:spPr/>
        <p:txBody>
          <a:bodyPr/>
          <a:lstStyle/>
          <a:p>
            <a:r>
              <a:rPr lang="en-US"/>
              <a:t>Click to edit Master title style</a:t>
            </a:r>
            <a:endParaRPr lang="en-AG"/>
          </a:p>
        </p:txBody>
      </p:sp>
      <p:sp>
        <p:nvSpPr>
          <p:cNvPr id="3" name="Date Placeholder 2">
            <a:extLst>
              <a:ext uri="{FF2B5EF4-FFF2-40B4-BE49-F238E27FC236}">
                <a16:creationId xmlns:a16="http://schemas.microsoft.com/office/drawing/2014/main" id="{0B1C62DB-69FB-0358-5488-C7DDA9A0051B}"/>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4" name="Footer Placeholder 3">
            <a:extLst>
              <a:ext uri="{FF2B5EF4-FFF2-40B4-BE49-F238E27FC236}">
                <a16:creationId xmlns:a16="http://schemas.microsoft.com/office/drawing/2014/main" id="{514EA322-62DB-FF8F-7DE1-6659B0BE61B8}"/>
              </a:ext>
            </a:extLst>
          </p:cNvPr>
          <p:cNvSpPr>
            <a:spLocks noGrp="1"/>
          </p:cNvSpPr>
          <p:nvPr>
            <p:ph type="ftr" sz="quarter" idx="11"/>
          </p:nvPr>
        </p:nvSpPr>
        <p:spPr/>
        <p:txBody>
          <a:bodyPr/>
          <a:lstStyle/>
          <a:p>
            <a:endParaRPr lang="en-AG"/>
          </a:p>
        </p:txBody>
      </p:sp>
      <p:sp>
        <p:nvSpPr>
          <p:cNvPr id="5" name="Slide Number Placeholder 4">
            <a:extLst>
              <a:ext uri="{FF2B5EF4-FFF2-40B4-BE49-F238E27FC236}">
                <a16:creationId xmlns:a16="http://schemas.microsoft.com/office/drawing/2014/main" id="{DAF24FCD-F12E-12AA-9EB6-19CEC7004165}"/>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202334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C9344-02F1-053A-4E97-D10A10087A20}"/>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3" name="Footer Placeholder 2">
            <a:extLst>
              <a:ext uri="{FF2B5EF4-FFF2-40B4-BE49-F238E27FC236}">
                <a16:creationId xmlns:a16="http://schemas.microsoft.com/office/drawing/2014/main" id="{06ABF644-488A-7CB7-9299-A01A0B58992E}"/>
              </a:ext>
            </a:extLst>
          </p:cNvPr>
          <p:cNvSpPr>
            <a:spLocks noGrp="1"/>
          </p:cNvSpPr>
          <p:nvPr>
            <p:ph type="ftr" sz="quarter" idx="11"/>
          </p:nvPr>
        </p:nvSpPr>
        <p:spPr/>
        <p:txBody>
          <a:bodyPr/>
          <a:lstStyle/>
          <a:p>
            <a:endParaRPr lang="en-AG"/>
          </a:p>
        </p:txBody>
      </p:sp>
      <p:sp>
        <p:nvSpPr>
          <p:cNvPr id="4" name="Slide Number Placeholder 3">
            <a:extLst>
              <a:ext uri="{FF2B5EF4-FFF2-40B4-BE49-F238E27FC236}">
                <a16:creationId xmlns:a16="http://schemas.microsoft.com/office/drawing/2014/main" id="{58C5BA1F-8041-D6FA-F256-36A7CA6C5CAC}"/>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1917265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20848-47CE-ABFF-FDB0-6250179F1B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G"/>
          </a:p>
        </p:txBody>
      </p:sp>
      <p:sp>
        <p:nvSpPr>
          <p:cNvPr id="3" name="Content Placeholder 2">
            <a:extLst>
              <a:ext uri="{FF2B5EF4-FFF2-40B4-BE49-F238E27FC236}">
                <a16:creationId xmlns:a16="http://schemas.microsoft.com/office/drawing/2014/main" id="{E48A04CE-4CE5-D167-0A58-48A7DA8AEB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Text Placeholder 3">
            <a:extLst>
              <a:ext uri="{FF2B5EF4-FFF2-40B4-BE49-F238E27FC236}">
                <a16:creationId xmlns:a16="http://schemas.microsoft.com/office/drawing/2014/main" id="{A58FC85C-4CA8-6028-0D20-EDB24E8D2E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835F8F-93AB-5756-CB91-1C542F1AE512}"/>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6" name="Footer Placeholder 5">
            <a:extLst>
              <a:ext uri="{FF2B5EF4-FFF2-40B4-BE49-F238E27FC236}">
                <a16:creationId xmlns:a16="http://schemas.microsoft.com/office/drawing/2014/main" id="{2193ED3A-A6C4-F224-2B51-8716BAA23FD4}"/>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DEA040E5-EEFD-154A-46A6-CD966A661A4F}"/>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67645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60980-C1F4-5004-B47B-F8524918D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G"/>
          </a:p>
        </p:txBody>
      </p:sp>
      <p:sp>
        <p:nvSpPr>
          <p:cNvPr id="3" name="Picture Placeholder 2">
            <a:extLst>
              <a:ext uri="{FF2B5EF4-FFF2-40B4-BE49-F238E27FC236}">
                <a16:creationId xmlns:a16="http://schemas.microsoft.com/office/drawing/2014/main" id="{AED451B4-36C5-E866-0BF8-CA9B58AED7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G"/>
          </a:p>
        </p:txBody>
      </p:sp>
      <p:sp>
        <p:nvSpPr>
          <p:cNvPr id="4" name="Text Placeholder 3">
            <a:extLst>
              <a:ext uri="{FF2B5EF4-FFF2-40B4-BE49-F238E27FC236}">
                <a16:creationId xmlns:a16="http://schemas.microsoft.com/office/drawing/2014/main" id="{E4F88FE1-013C-B4E1-8715-86F1299F6B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EB1BA-2F08-E6B2-B5A7-75DD62CDB298}"/>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6" name="Footer Placeholder 5">
            <a:extLst>
              <a:ext uri="{FF2B5EF4-FFF2-40B4-BE49-F238E27FC236}">
                <a16:creationId xmlns:a16="http://schemas.microsoft.com/office/drawing/2014/main" id="{1DB6C50B-FAEF-5671-09C1-DCFA26C5B44E}"/>
              </a:ext>
            </a:extLst>
          </p:cNvPr>
          <p:cNvSpPr>
            <a:spLocks noGrp="1"/>
          </p:cNvSpPr>
          <p:nvPr>
            <p:ph type="ftr" sz="quarter" idx="11"/>
          </p:nvPr>
        </p:nvSpPr>
        <p:spPr/>
        <p:txBody>
          <a:bodyPr/>
          <a:lstStyle/>
          <a:p>
            <a:endParaRPr lang="en-AG"/>
          </a:p>
        </p:txBody>
      </p:sp>
      <p:sp>
        <p:nvSpPr>
          <p:cNvPr id="7" name="Slide Number Placeholder 6">
            <a:extLst>
              <a:ext uri="{FF2B5EF4-FFF2-40B4-BE49-F238E27FC236}">
                <a16:creationId xmlns:a16="http://schemas.microsoft.com/office/drawing/2014/main" id="{741B2CDB-6B39-6F30-2E03-B9404E14C5A7}"/>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1186464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EDAE3-A7C3-1169-13DF-9CA7DA7D1F55}"/>
              </a:ext>
            </a:extLst>
          </p:cNvPr>
          <p:cNvSpPr>
            <a:spLocks noGrp="1"/>
          </p:cNvSpPr>
          <p:nvPr>
            <p:ph type="title"/>
          </p:nvPr>
        </p:nvSpPr>
        <p:spPr/>
        <p:txBody>
          <a:bodyPr/>
          <a:lstStyle/>
          <a:p>
            <a:r>
              <a:rPr lang="en-US"/>
              <a:t>Click to edit Master title style</a:t>
            </a:r>
            <a:endParaRPr lang="en-AG"/>
          </a:p>
        </p:txBody>
      </p:sp>
      <p:sp>
        <p:nvSpPr>
          <p:cNvPr id="3" name="Vertical Text Placeholder 2">
            <a:extLst>
              <a:ext uri="{FF2B5EF4-FFF2-40B4-BE49-F238E27FC236}">
                <a16:creationId xmlns:a16="http://schemas.microsoft.com/office/drawing/2014/main" id="{B4F4FD2A-38FE-DE55-A769-D0E3BBBD4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A4F7B2D9-7A42-7436-098D-FA4BB7D43BB3}"/>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0142DA56-4DFC-F130-9363-DFA38ABC52C5}"/>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6D3D59D8-F1EC-0616-C059-D9BF74547630}"/>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75270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745E89-EB99-0C72-60EA-6A1DA99C17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G"/>
          </a:p>
        </p:txBody>
      </p:sp>
      <p:sp>
        <p:nvSpPr>
          <p:cNvPr id="3" name="Vertical Text Placeholder 2">
            <a:extLst>
              <a:ext uri="{FF2B5EF4-FFF2-40B4-BE49-F238E27FC236}">
                <a16:creationId xmlns:a16="http://schemas.microsoft.com/office/drawing/2014/main" id="{FC2C5C65-539E-9240-8FC6-D282EEB007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BC0217F0-3C40-42CC-A4AE-851B9753F0DB}"/>
              </a:ext>
            </a:extLst>
          </p:cNvPr>
          <p:cNvSpPr>
            <a:spLocks noGrp="1"/>
          </p:cNvSpPr>
          <p:nvPr>
            <p:ph type="dt" sz="half" idx="10"/>
          </p:nvPr>
        </p:nvSpPr>
        <p:spPr/>
        <p:txBody>
          <a:body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8B4E4D5F-A184-27EA-EE8A-6DF9514BAD0D}"/>
              </a:ext>
            </a:extLst>
          </p:cNvPr>
          <p:cNvSpPr>
            <a:spLocks noGrp="1"/>
          </p:cNvSpPr>
          <p:nvPr>
            <p:ph type="ftr" sz="quarter" idx="11"/>
          </p:nvPr>
        </p:nvSpPr>
        <p:spPr/>
        <p:txBody>
          <a:bodyPr/>
          <a:lstStyle/>
          <a:p>
            <a:endParaRPr lang="en-AG"/>
          </a:p>
        </p:txBody>
      </p:sp>
      <p:sp>
        <p:nvSpPr>
          <p:cNvPr id="6" name="Slide Number Placeholder 5">
            <a:extLst>
              <a:ext uri="{FF2B5EF4-FFF2-40B4-BE49-F238E27FC236}">
                <a16:creationId xmlns:a16="http://schemas.microsoft.com/office/drawing/2014/main" id="{98971190-53EB-AD92-CC30-16F26AF8358F}"/>
              </a:ext>
            </a:extLst>
          </p:cNvPr>
          <p:cNvSpPr>
            <a:spLocks noGrp="1"/>
          </p:cNvSpPr>
          <p:nvPr>
            <p:ph type="sldNum" sz="quarter" idx="12"/>
          </p:nvPr>
        </p:nvSpPr>
        <p:spPr/>
        <p:txBody>
          <a:bodyPr/>
          <a:lstStyle/>
          <a:p>
            <a:fld id="{BC1358F5-E85C-4EB6-A836-801B42DA9CBB}" type="slidenum">
              <a:rPr lang="en-AG" smtClean="0"/>
              <a:t>‹#›</a:t>
            </a:fld>
            <a:endParaRPr lang="en-AG"/>
          </a:p>
        </p:txBody>
      </p:sp>
    </p:spTree>
    <p:extLst>
      <p:ext uri="{BB962C8B-B14F-4D97-AF65-F5344CB8AC3E}">
        <p14:creationId xmlns:p14="http://schemas.microsoft.com/office/powerpoint/2010/main" val="3307406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FD8ECF-ECF2-B929-3492-23A4277CBC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G"/>
          </a:p>
        </p:txBody>
      </p:sp>
      <p:sp>
        <p:nvSpPr>
          <p:cNvPr id="3" name="Text Placeholder 2">
            <a:extLst>
              <a:ext uri="{FF2B5EF4-FFF2-40B4-BE49-F238E27FC236}">
                <a16:creationId xmlns:a16="http://schemas.microsoft.com/office/drawing/2014/main" id="{F7C4879F-C397-62F1-2B5D-C5E8A102A0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G"/>
          </a:p>
        </p:txBody>
      </p:sp>
      <p:sp>
        <p:nvSpPr>
          <p:cNvPr id="4" name="Date Placeholder 3">
            <a:extLst>
              <a:ext uri="{FF2B5EF4-FFF2-40B4-BE49-F238E27FC236}">
                <a16:creationId xmlns:a16="http://schemas.microsoft.com/office/drawing/2014/main" id="{91327785-B77A-4251-A7E9-BA248C4AE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5F92A-F16F-4A80-B63C-89D210F86F56}" type="datetimeFigureOut">
              <a:rPr lang="en-AG" smtClean="0"/>
              <a:t>11/01/2025</a:t>
            </a:fld>
            <a:endParaRPr lang="en-AG"/>
          </a:p>
        </p:txBody>
      </p:sp>
      <p:sp>
        <p:nvSpPr>
          <p:cNvPr id="5" name="Footer Placeholder 4">
            <a:extLst>
              <a:ext uri="{FF2B5EF4-FFF2-40B4-BE49-F238E27FC236}">
                <a16:creationId xmlns:a16="http://schemas.microsoft.com/office/drawing/2014/main" id="{348E24DE-5637-0EF8-A7E3-555E200F6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G"/>
          </a:p>
        </p:txBody>
      </p:sp>
      <p:sp>
        <p:nvSpPr>
          <p:cNvPr id="6" name="Slide Number Placeholder 5">
            <a:extLst>
              <a:ext uri="{FF2B5EF4-FFF2-40B4-BE49-F238E27FC236}">
                <a16:creationId xmlns:a16="http://schemas.microsoft.com/office/drawing/2014/main" id="{795504AC-0A86-4027-31DB-91C42764A6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358F5-E85C-4EB6-A836-801B42DA9CBB}" type="slidenum">
              <a:rPr lang="en-AG" smtClean="0"/>
              <a:t>‹#›</a:t>
            </a:fld>
            <a:endParaRPr lang="en-AG"/>
          </a:p>
        </p:txBody>
      </p:sp>
    </p:spTree>
    <p:extLst>
      <p:ext uri="{BB962C8B-B14F-4D97-AF65-F5344CB8AC3E}">
        <p14:creationId xmlns:p14="http://schemas.microsoft.com/office/powerpoint/2010/main" val="34618982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4">
            <a:extLst>
              <a:ext uri="{FF2B5EF4-FFF2-40B4-BE49-F238E27FC236}">
                <a16:creationId xmlns:a16="http://schemas.microsoft.com/office/drawing/2014/main" id="{E1B9C30B-A435-3950-7AAE-4AFE2241AC3A}"/>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7" name="TextBox 6">
            <a:extLst>
              <a:ext uri="{FF2B5EF4-FFF2-40B4-BE49-F238E27FC236}">
                <a16:creationId xmlns:a16="http://schemas.microsoft.com/office/drawing/2014/main" id="{4ED21C26-742F-BC7B-3F83-52B184F83ADF}"/>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
        <p:nvSpPr>
          <p:cNvPr id="8" name="Title 1">
            <a:extLst>
              <a:ext uri="{FF2B5EF4-FFF2-40B4-BE49-F238E27FC236}">
                <a16:creationId xmlns:a16="http://schemas.microsoft.com/office/drawing/2014/main" id="{06AA6221-8D53-7BB7-EFF1-F72EDBD4453A}"/>
              </a:ext>
            </a:extLst>
          </p:cNvPr>
          <p:cNvSpPr>
            <a:spLocks noGrp="1"/>
          </p:cNvSpPr>
          <p:nvPr>
            <p:ph type="ctrTitle"/>
          </p:nvPr>
        </p:nvSpPr>
        <p:spPr>
          <a:xfrm>
            <a:off x="1708150" y="420688"/>
            <a:ext cx="9191625" cy="1016000"/>
          </a:xfrm>
        </p:spPr>
        <p:txBody>
          <a:bodyPr vert="horz" wrap="square" lIns="91440" tIns="45720" rIns="91440" bIns="45720" anchor="b" anchorCtr="0"/>
          <a:lstStyle/>
          <a:p>
            <a:pPr eaLnBrk="1" hangingPunct="1">
              <a:buClrTx/>
              <a:buSzTx/>
              <a:buFontTx/>
            </a:pPr>
            <a:r>
              <a:rPr lang="en-US" altLang="en-US" sz="2800" b="1" kern="1200" dirty="0">
                <a:solidFill>
                  <a:srgbClr val="2F5496"/>
                </a:solidFill>
                <a:latin typeface="Calibri" panose="020F0502020204030204" pitchFamily="34" charset="0"/>
                <a:ea typeface="+mj-ea"/>
                <a:cs typeface="Calibri" panose="020F0502020204030204" pitchFamily="34" charset="0"/>
              </a:rPr>
              <a:t>MALLAREDDY COLLEGE OF ENGINEERING &amp; TECHNOLOGY</a:t>
            </a:r>
            <a:br>
              <a:rPr lang="en-US" altLang="en-US" sz="28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(AUTONOMUS INSTITUTION –UGC, GOVT. OF INDIA)</a:t>
            </a:r>
            <a:br>
              <a:rPr lang="en-US" altLang="en-US" sz="1400" kern="1200" dirty="0">
                <a:latin typeface="Calibri" panose="020F0502020204030204" pitchFamily="34" charset="0"/>
                <a:ea typeface="+mj-ea"/>
                <a:cs typeface="+mj-cs"/>
              </a:rPr>
            </a:br>
            <a:r>
              <a:rPr lang="en-US" altLang="en-US" sz="1400" b="1" kern="1200" dirty="0">
                <a:latin typeface="Calibri" panose="020F0502020204030204" pitchFamily="34" charset="0"/>
                <a:ea typeface="+mj-ea"/>
                <a:cs typeface="Calibri" panose="020F0502020204030204" pitchFamily="34" charset="0"/>
              </a:rPr>
              <a:t>Affiliated to JNTUH; Approved by AICTE, NBA-Tier 3 &amp; NAAC with A-GRADE| ISO 9001:2015</a:t>
            </a:r>
            <a:endParaRPr lang="en-US" altLang="en-IN" sz="2000" b="1" kern="1200" dirty="0">
              <a:latin typeface="Calibri" panose="020F0502020204030204" pitchFamily="34" charset="0"/>
              <a:ea typeface="+mj-ea"/>
              <a:cs typeface="+mj-cs"/>
            </a:endParaRPr>
          </a:p>
        </p:txBody>
      </p:sp>
      <p:pic>
        <p:nvPicPr>
          <p:cNvPr id="9" name="Picture 5">
            <a:extLst>
              <a:ext uri="{FF2B5EF4-FFF2-40B4-BE49-F238E27FC236}">
                <a16:creationId xmlns:a16="http://schemas.microsoft.com/office/drawing/2014/main" id="{A400B89E-9AA5-B58B-4FB1-B402E97EE1A1}"/>
              </a:ext>
            </a:extLst>
          </p:cNvPr>
          <p:cNvPicPr>
            <a:picLocks noChangeAspect="1"/>
          </p:cNvPicPr>
          <p:nvPr/>
        </p:nvPicPr>
        <p:blipFill>
          <a:blip r:embed="rId2"/>
          <a:stretch>
            <a:fillRect/>
          </a:stretch>
        </p:blipFill>
        <p:spPr>
          <a:xfrm>
            <a:off x="301625" y="265113"/>
            <a:ext cx="1452563" cy="1452562"/>
          </a:xfrm>
          <a:prstGeom prst="rect">
            <a:avLst/>
          </a:prstGeom>
          <a:noFill/>
          <a:ln w="9525">
            <a:noFill/>
          </a:ln>
        </p:spPr>
      </p:pic>
      <p:pic>
        <p:nvPicPr>
          <p:cNvPr id="10" name="Picture 9">
            <a:extLst>
              <a:ext uri="{FF2B5EF4-FFF2-40B4-BE49-F238E27FC236}">
                <a16:creationId xmlns:a16="http://schemas.microsoft.com/office/drawing/2014/main" id="{AF8F2FCC-48A3-5F7D-8CD1-BEAABE4F28F1}"/>
              </a:ext>
            </a:extLst>
          </p:cNvPr>
          <p:cNvPicPr>
            <a:picLocks noChangeAspect="1"/>
          </p:cNvPicPr>
          <p:nvPr/>
        </p:nvPicPr>
        <p:blipFill>
          <a:blip r:embed="rId3"/>
          <a:stretch>
            <a:fillRect/>
          </a:stretch>
        </p:blipFill>
        <p:spPr>
          <a:xfrm>
            <a:off x="10545763" y="265113"/>
            <a:ext cx="1571625" cy="1573212"/>
          </a:xfrm>
          <a:prstGeom prst="rect">
            <a:avLst/>
          </a:prstGeom>
          <a:noFill/>
          <a:ln w="9525">
            <a:noFill/>
          </a:ln>
        </p:spPr>
      </p:pic>
      <p:sp>
        <p:nvSpPr>
          <p:cNvPr id="11" name="Subtitle 2">
            <a:extLst>
              <a:ext uri="{FF2B5EF4-FFF2-40B4-BE49-F238E27FC236}">
                <a16:creationId xmlns:a16="http://schemas.microsoft.com/office/drawing/2014/main" id="{60177F85-D0FF-C24D-8E8A-FEE46B4D3D55}"/>
              </a:ext>
            </a:extLst>
          </p:cNvPr>
          <p:cNvSpPr>
            <a:spLocks noGrp="1"/>
          </p:cNvSpPr>
          <p:nvPr>
            <p:ph type="subTitle" idx="1"/>
          </p:nvPr>
        </p:nvSpPr>
        <p:spPr>
          <a:xfrm>
            <a:off x="1395412" y="1794916"/>
            <a:ext cx="9385300" cy="4726990"/>
          </a:xfrm>
        </p:spPr>
        <p:txBody>
          <a:bodyPr vert="horz" wrap="square" lIns="91440" tIns="45720" rIns="91440" bIns="45720" numCol="1" anchor="t" anchorCtr="0" compatLnSpc="1">
            <a:noAutofit/>
          </a:bodyPr>
          <a:lstStyle/>
          <a:p>
            <a:pPr fontAlgn="base">
              <a:spcAft>
                <a:spcPct val="0"/>
              </a:spcAft>
              <a:defRPr/>
            </a:pPr>
            <a:r>
              <a:rPr lang="en-US" dirty="0" err="1"/>
              <a:t>Memora</a:t>
            </a:r>
            <a:r>
              <a:rPr lang="en-US" dirty="0"/>
              <a:t>: Document-Aware AI for Goal-Centric Personal Assistance and Customized Task Scheduling</a:t>
            </a:r>
          </a:p>
          <a:p>
            <a:pPr fontAlgn="base">
              <a:spcAft>
                <a:spcPct val="0"/>
              </a:spcAft>
              <a:defRPr/>
            </a:pPr>
            <a:r>
              <a:rPr kumimoji="0" lang="en-IN" altLang="en-US" sz="2400" b="1" i="0" u="none" strike="noStrike" kern="1200" cap="none" spc="0" normalizeH="0" baseline="0" noProof="0" dirty="0">
                <a:ln>
                  <a:noFill/>
                </a:ln>
                <a:solidFill>
                  <a:srgbClr val="FF0000"/>
                </a:solidFill>
                <a:effectLst/>
                <a:uLnTx/>
                <a:uFillTx/>
                <a:latin typeface="+mn-lt"/>
                <a:ea typeface="+mn-ea"/>
                <a:cs typeface="+mn-cs"/>
              </a:rPr>
              <a:t>Team Members Details: 22CSMMP</a:t>
            </a:r>
            <a:r>
              <a:rPr lang="en-IN" altLang="en-US" b="1" dirty="0">
                <a:solidFill>
                  <a:srgbClr val="FF0000"/>
                </a:solidFill>
              </a:rPr>
              <a:t>14</a:t>
            </a:r>
          </a:p>
          <a:p>
            <a:pPr marL="0" marR="0" lvl="0" indent="0" defTabSz="914400" rtl="0" eaLnBrk="1" fontAlgn="base" latinLnBrk="0" hangingPunct="1">
              <a:lnSpc>
                <a:spcPct val="90000"/>
              </a:lnSpc>
              <a:spcBef>
                <a:spcPts val="1000"/>
              </a:spcBef>
              <a:spcAft>
                <a:spcPct val="0"/>
              </a:spcAft>
              <a:buClrTx/>
              <a:buSzTx/>
              <a:buFont typeface="Arial" panose="020B0604020202020204" pitchFamily="34" charset="0"/>
              <a:buNone/>
              <a:defRPr/>
            </a:pPr>
            <a:r>
              <a:rPr lang="en-IN" altLang="en-IN" b="1" dirty="0"/>
              <a:t>1. D. Anirudh                    - </a:t>
            </a:r>
            <a:r>
              <a:rPr kumimoji="0" lang="en-IN" altLang="en-IN" sz="2400" b="1" i="0" u="none" strike="noStrike" kern="1200" cap="none" spc="0" normalizeH="0" baseline="0" noProof="0" dirty="0">
                <a:ln>
                  <a:noFill/>
                </a:ln>
                <a:effectLst/>
                <a:uLnTx/>
                <a:uFillTx/>
                <a:latin typeface="+mn-lt"/>
                <a:ea typeface="+mn-ea"/>
                <a:cs typeface="+mn-cs"/>
              </a:rPr>
              <a:t>22N3</a:t>
            </a:r>
            <a:r>
              <a:rPr lang="en-IN" altLang="en-IN" b="1" dirty="0"/>
              <a:t>1A6648</a:t>
            </a:r>
          </a:p>
          <a:p>
            <a:pPr marR="0" lvl="0" defTabSz="914400" rtl="0" eaLnBrk="1" fontAlgn="base" latinLnBrk="0" hangingPunct="1">
              <a:lnSpc>
                <a:spcPct val="100000"/>
              </a:lnSpc>
              <a:spcBef>
                <a:spcPts val="120"/>
              </a:spcBef>
              <a:spcAft>
                <a:spcPct val="0"/>
              </a:spcAft>
              <a:buClrTx/>
              <a:buSzTx/>
              <a:defRPr/>
            </a:pPr>
            <a:r>
              <a:rPr kumimoji="0" lang="en-IN" altLang="en-IN" sz="2400" b="1" i="0" u="none" strike="noStrike" kern="1200" cap="none" spc="0" normalizeH="0" baseline="0" noProof="0" dirty="0">
                <a:ln>
                  <a:noFill/>
                </a:ln>
                <a:effectLst/>
                <a:uLnTx/>
                <a:uFillTx/>
                <a:latin typeface="+mn-lt"/>
                <a:ea typeface="+mn-ea"/>
                <a:cs typeface="+mn-cs"/>
              </a:rPr>
              <a:t>2. </a:t>
            </a:r>
            <a:r>
              <a:rPr lang="en-IN" altLang="en-IN" b="1" dirty="0"/>
              <a:t>A. Karthikeya               - </a:t>
            </a:r>
            <a:r>
              <a:rPr kumimoji="0" lang="en-IN" altLang="en-IN" sz="2400" b="1" i="0" u="none" strike="noStrike" kern="1200" cap="none" spc="0" normalizeH="0" baseline="0" noProof="0" dirty="0">
                <a:ln>
                  <a:noFill/>
                </a:ln>
                <a:effectLst/>
                <a:uLnTx/>
                <a:uFillTx/>
                <a:latin typeface="+mn-lt"/>
                <a:ea typeface="+mn-ea"/>
                <a:cs typeface="+mn-cs"/>
              </a:rPr>
              <a:t>22N3</a:t>
            </a:r>
            <a:r>
              <a:rPr lang="en-IN" altLang="en-IN" b="1" dirty="0"/>
              <a:t>1A6611</a:t>
            </a:r>
          </a:p>
          <a:p>
            <a:pPr marR="0" lvl="0" defTabSz="914400" rtl="0" eaLnBrk="1" fontAlgn="base" latinLnBrk="0" hangingPunct="1">
              <a:lnSpc>
                <a:spcPct val="100000"/>
              </a:lnSpc>
              <a:spcBef>
                <a:spcPts val="120"/>
              </a:spcBef>
              <a:spcAft>
                <a:spcPct val="0"/>
              </a:spcAft>
              <a:buClrTx/>
              <a:buSzTx/>
              <a:defRPr/>
            </a:pPr>
            <a:r>
              <a:rPr lang="en-IN" altLang="en-IN" b="1" dirty="0"/>
              <a:t>3. B. </a:t>
            </a:r>
            <a:r>
              <a:rPr lang="en-IN" altLang="en-IN" b="1" dirty="0" err="1"/>
              <a:t>Raghuvardhan</a:t>
            </a:r>
            <a:r>
              <a:rPr lang="en-IN" altLang="en-IN" b="1" dirty="0"/>
              <a:t>        - </a:t>
            </a:r>
            <a:r>
              <a:rPr kumimoji="0" lang="en-IN" altLang="en-IN" sz="2400" b="1" i="0" u="none" strike="noStrike" kern="1200" cap="none" spc="0" normalizeH="0" baseline="0" noProof="0" dirty="0">
                <a:ln>
                  <a:noFill/>
                </a:ln>
                <a:effectLst/>
                <a:uLnTx/>
                <a:uFillTx/>
                <a:latin typeface="+mn-lt"/>
                <a:ea typeface="+mn-ea"/>
                <a:cs typeface="+mn-cs"/>
              </a:rPr>
              <a:t>22N3</a:t>
            </a:r>
            <a:r>
              <a:rPr lang="en-IN" altLang="en-IN" b="1" dirty="0"/>
              <a:t>1A6631</a:t>
            </a:r>
          </a:p>
          <a:p>
            <a:pPr marR="0" lvl="0" defTabSz="914400" rtl="0" eaLnBrk="1" fontAlgn="base" latinLnBrk="0" hangingPunct="1">
              <a:lnSpc>
                <a:spcPct val="90000"/>
              </a:lnSpc>
              <a:spcBef>
                <a:spcPts val="1000"/>
              </a:spcBef>
              <a:spcAft>
                <a:spcPct val="0"/>
              </a:spcAft>
              <a:buClrTx/>
              <a:buSzTx/>
              <a:defRPr/>
            </a:pPr>
            <a:r>
              <a:rPr kumimoji="0" lang="en-IN" altLang="en-US" sz="2400" i="0" u="none" strike="noStrike" kern="1200" cap="none" spc="0" normalizeH="0" baseline="0" noProof="0" dirty="0">
                <a:ln>
                  <a:noFill/>
                </a:ln>
                <a:solidFill>
                  <a:schemeClr val="tx1"/>
                </a:solidFill>
                <a:effectLst/>
                <a:uLnTx/>
                <a:uFillTx/>
                <a:latin typeface="+mn-lt"/>
                <a:ea typeface="+mn-ea"/>
                <a:cs typeface="+mn-cs"/>
              </a:rPr>
              <a:t>I</a:t>
            </a:r>
            <a:r>
              <a:rPr lang="en-IN" altLang="en-US" dirty="0"/>
              <a:t>V</a:t>
            </a:r>
            <a:r>
              <a:rPr kumimoji="0" lang="en-IN" altLang="en-US" sz="2400" i="0" u="none" strike="noStrike" kern="1200" cap="none" spc="0" normalizeH="0" baseline="0" noProof="0" dirty="0">
                <a:ln>
                  <a:noFill/>
                </a:ln>
                <a:solidFill>
                  <a:schemeClr val="tx1"/>
                </a:solidFill>
                <a:effectLst/>
                <a:uLnTx/>
                <a:uFillTx/>
                <a:latin typeface="+mn-lt"/>
                <a:ea typeface="+mn-ea"/>
                <a:cs typeface="+mn-cs"/>
              </a:rPr>
              <a:t> Year </a:t>
            </a:r>
            <a:r>
              <a:rPr kumimoji="0" lang="en-IN" altLang="en-US" sz="2400" i="0" u="none" strike="noStrike" kern="1200" cap="none" spc="0" normalizeH="0" baseline="0" noProof="0" dirty="0" err="1">
                <a:ln>
                  <a:noFill/>
                </a:ln>
                <a:solidFill>
                  <a:schemeClr val="tx1"/>
                </a:solidFill>
                <a:effectLst/>
                <a:uLnTx/>
                <a:uFillTx/>
                <a:latin typeface="+mn-lt"/>
                <a:ea typeface="+mn-ea"/>
                <a:cs typeface="+mn-cs"/>
              </a:rPr>
              <a:t>B.Tech</a:t>
            </a:r>
            <a:r>
              <a:rPr kumimoji="0" lang="en-IN" altLang="en-US" sz="2400" i="0" u="none" strike="noStrike" kern="1200" cap="none" spc="0" normalizeH="0" baseline="0" noProof="0" dirty="0">
                <a:ln>
                  <a:noFill/>
                </a:ln>
                <a:solidFill>
                  <a:schemeClr val="tx1"/>
                </a:solidFill>
                <a:effectLst/>
                <a:uLnTx/>
                <a:uFillTx/>
                <a:latin typeface="+mn-lt"/>
                <a:ea typeface="+mn-ea"/>
                <a:cs typeface="+mn-cs"/>
              </a:rPr>
              <a:t>-I Semester – </a:t>
            </a:r>
            <a:r>
              <a:rPr kumimoji="0" lang="en-US" altLang="en-US" sz="2400" i="0" u="none" strike="noStrike" kern="1200" cap="none" spc="0" normalizeH="0" baseline="0" noProof="0" dirty="0">
                <a:ln>
                  <a:noFill/>
                </a:ln>
                <a:solidFill>
                  <a:schemeClr val="tx1"/>
                </a:solidFill>
                <a:effectLst/>
                <a:uLnTx/>
                <a:uFillTx/>
                <a:latin typeface="+mn-lt"/>
                <a:ea typeface="+mn-ea"/>
                <a:cs typeface="+mn-cs"/>
              </a:rPr>
              <a:t>CSE(AIML)-A</a:t>
            </a:r>
            <a:endParaRPr lang="en-IN" altLang="en-US" noProof="0" dirty="0"/>
          </a:p>
          <a:p>
            <a:pPr marL="0" marR="0" lvl="0" indent="0" defTabSz="914400" rtl="0" eaLnBrk="1" fontAlgn="base" latinLnBrk="0" hangingPunct="1">
              <a:lnSpc>
                <a:spcPct val="90000"/>
              </a:lnSpc>
              <a:spcBef>
                <a:spcPts val="1000"/>
              </a:spcBef>
              <a:spcAft>
                <a:spcPct val="0"/>
              </a:spcAft>
              <a:buClrTx/>
              <a:buSzTx/>
              <a:buFont typeface="Calibri Light" panose="020F0302020204030204" pitchFamily="34" charset="0"/>
              <a:buNone/>
              <a:defRPr/>
            </a:pPr>
            <a:endParaRPr kumimoji="0" lang="en-IN" altLang="en-US"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defTabSz="914400" rtl="0" eaLnBrk="1" fontAlgn="base" latinLnBrk="0" hangingPunct="1">
              <a:lnSpc>
                <a:spcPct val="50000"/>
              </a:lnSpc>
              <a:spcBef>
                <a:spcPts val="1000"/>
              </a:spcBef>
              <a:spcAft>
                <a:spcPct val="0"/>
              </a:spcAft>
              <a:buClrTx/>
              <a:buSzTx/>
              <a:buFont typeface="Arial" panose="020B0604020202020204" pitchFamily="34" charset="0"/>
              <a:buNone/>
              <a:defRPr/>
            </a:pPr>
            <a:r>
              <a:rPr kumimoji="0" lang="en-US" altLang="en-IN" sz="2400" b="1" i="0" u="none" strike="noStrike" kern="1200" cap="none" spc="0" normalizeH="0" baseline="0" noProof="0" dirty="0">
                <a:ln>
                  <a:noFill/>
                </a:ln>
                <a:solidFill>
                  <a:schemeClr val="tx1"/>
                </a:solidFill>
                <a:effectLst/>
                <a:uLnTx/>
                <a:uFillTx/>
                <a:latin typeface="+mn-lt"/>
                <a:ea typeface="+mn-ea"/>
                <a:cs typeface="+mn-cs"/>
              </a:rPr>
              <a:t>Under the Guidance of</a:t>
            </a:r>
            <a:r>
              <a:rPr kumimoji="0" lang="en-US" altLang="en-IN" sz="2400" b="1" i="0" u="none" strike="noStrike" kern="1200" cap="none" spc="0" normalizeH="0" baseline="0" noProof="0" dirty="0">
                <a:ln>
                  <a:noFill/>
                </a:ln>
                <a:solidFill>
                  <a:srgbClr val="FF0000"/>
                </a:solidFill>
                <a:effectLst/>
                <a:uLnTx/>
                <a:uFillTx/>
                <a:latin typeface="+mn-lt"/>
                <a:ea typeface="+mn-ea"/>
                <a:cs typeface="+mn-cs"/>
              </a:rPr>
              <a:t> </a:t>
            </a:r>
          </a:p>
          <a:p>
            <a:pPr fontAlgn="base">
              <a:lnSpc>
                <a:spcPct val="50000"/>
              </a:lnSpc>
              <a:spcAft>
                <a:spcPct val="0"/>
              </a:spcAft>
              <a:defRPr/>
            </a:pPr>
            <a:r>
              <a:rPr lang="en-US" altLang="en-IN" b="1" dirty="0">
                <a:solidFill>
                  <a:srgbClr val="FF0000"/>
                </a:solidFill>
                <a:cs typeface="Poppins"/>
                <a:sym typeface="Poppins"/>
              </a:rPr>
              <a:t>Mr. Talluri Haribabu</a:t>
            </a:r>
          </a:p>
          <a:p>
            <a:pPr fontAlgn="base">
              <a:lnSpc>
                <a:spcPct val="50000"/>
              </a:lnSpc>
              <a:spcAft>
                <a:spcPct val="0"/>
              </a:spcAft>
              <a:defRPr/>
            </a:pPr>
            <a:r>
              <a:rPr kumimoji="0" lang="en-US" altLang="en-IN" sz="2400" b="0" i="0" u="none" strike="noStrike" kern="1200" cap="none" spc="0" normalizeH="0" baseline="0" noProof="0" dirty="0">
                <a:ln>
                  <a:noFill/>
                </a:ln>
                <a:solidFill>
                  <a:schemeClr val="tx1"/>
                </a:solidFill>
                <a:effectLst/>
                <a:uLnTx/>
                <a:uFillTx/>
                <a:latin typeface="+mn-lt"/>
                <a:ea typeface="+mn-ea"/>
                <a:cs typeface="+mn-cs"/>
              </a:rPr>
              <a:t>Assistant </a:t>
            </a:r>
            <a:r>
              <a:rPr kumimoji="0" lang="en-IN" altLang="en-US" sz="2400" b="0" i="0" u="none" strike="noStrike" kern="1200" cap="none" spc="0" normalizeH="0" baseline="0" noProof="0" dirty="0">
                <a:ln>
                  <a:noFill/>
                </a:ln>
                <a:solidFill>
                  <a:schemeClr val="tx1"/>
                </a:solidFill>
                <a:effectLst/>
                <a:uLnTx/>
                <a:uFillTx/>
                <a:latin typeface="+mn-lt"/>
                <a:ea typeface="+mn-ea"/>
                <a:cs typeface="+mn-cs"/>
              </a:rPr>
              <a:t>Professor </a:t>
            </a:r>
            <a:endParaRPr kumimoji="0" lang="en-US" altLang="en-IN" sz="2400" b="1" i="0" u="none" strike="noStrike" kern="1200" cap="none" spc="0" normalizeH="0" baseline="0" noProof="0" dirty="0">
              <a:ln>
                <a:noFill/>
              </a:ln>
              <a:solidFill>
                <a:srgbClr val="FF0000"/>
              </a:solidFill>
              <a:effectLst/>
              <a:uLnTx/>
              <a:uFillTx/>
              <a:latin typeface="+mn-lt"/>
              <a:ea typeface="+mn-ea"/>
              <a:cs typeface="+mn-cs"/>
            </a:endParaRPr>
          </a:p>
        </p:txBody>
      </p:sp>
      <p:sp>
        <p:nvSpPr>
          <p:cNvPr id="12" name="Rounded Rectangle 4">
            <a:extLst>
              <a:ext uri="{FF2B5EF4-FFF2-40B4-BE49-F238E27FC236}">
                <a16:creationId xmlns:a16="http://schemas.microsoft.com/office/drawing/2014/main" id="{DE8FF6E6-29D5-FAF9-71C8-02A1F8255509}"/>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5" name="Slide Number Placeholder 3">
            <a:extLst>
              <a:ext uri="{FF2B5EF4-FFF2-40B4-BE49-F238E27FC236}">
                <a16:creationId xmlns:a16="http://schemas.microsoft.com/office/drawing/2014/main" id="{FDFA1ECF-BE15-9D04-4EFE-FA04D399CC39}"/>
              </a:ext>
            </a:extLst>
          </p:cNvPr>
          <p:cNvSpPr txBox="1">
            <a:spLocks/>
          </p:cNvSpPr>
          <p:nvPr/>
        </p:nvSpPr>
        <p:spPr>
          <a:xfrm>
            <a:off x="9209087" y="6125388"/>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a:t>
            </a:fld>
            <a:endParaRPr lang="en-IN" altLang="en-US" sz="1200" b="1" dirty="0">
              <a:solidFill>
                <a:srgbClr val="C00000"/>
              </a:solidFill>
            </a:endParaRPr>
          </a:p>
        </p:txBody>
      </p:sp>
    </p:spTree>
    <p:extLst>
      <p:ext uri="{BB962C8B-B14F-4D97-AF65-F5344CB8AC3E}">
        <p14:creationId xmlns:p14="http://schemas.microsoft.com/office/powerpoint/2010/main" val="268660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E63C2-1052-606F-1350-33F5460B29EB}"/>
            </a:ext>
          </a:extLst>
        </p:cNvPr>
        <p:cNvGrpSpPr/>
        <p:nvPr/>
      </p:nvGrpSpPr>
      <p:grpSpPr>
        <a:xfrm>
          <a:off x="0" y="0"/>
          <a:ext cx="0" cy="0"/>
          <a:chOff x="0" y="0"/>
          <a:chExt cx="0" cy="0"/>
        </a:xfrm>
      </p:grpSpPr>
      <p:sp>
        <p:nvSpPr>
          <p:cNvPr id="4" name="Rounded Rectangle 4">
            <a:extLst>
              <a:ext uri="{FF2B5EF4-FFF2-40B4-BE49-F238E27FC236}">
                <a16:creationId xmlns:a16="http://schemas.microsoft.com/office/drawing/2014/main" id="{9430ABE4-B537-7C90-B81C-681F6609394D}"/>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5" name="TextBox 4">
            <a:extLst>
              <a:ext uri="{FF2B5EF4-FFF2-40B4-BE49-F238E27FC236}">
                <a16:creationId xmlns:a16="http://schemas.microsoft.com/office/drawing/2014/main" id="{250DEA45-AD2B-8F21-AEFB-65B85D8D0BD4}"/>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sp>
        <p:nvSpPr>
          <p:cNvPr id="6" name="Rounded Rectangle 4">
            <a:extLst>
              <a:ext uri="{FF2B5EF4-FFF2-40B4-BE49-F238E27FC236}">
                <a16:creationId xmlns:a16="http://schemas.microsoft.com/office/drawing/2014/main" id="{1DF783C3-1EDD-6EAA-5E5C-412044A479C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pic>
        <p:nvPicPr>
          <p:cNvPr id="2" name="Picture 6">
            <a:extLst>
              <a:ext uri="{FF2B5EF4-FFF2-40B4-BE49-F238E27FC236}">
                <a16:creationId xmlns:a16="http://schemas.microsoft.com/office/drawing/2014/main" id="{9E6E3C5A-B497-AE26-EE72-4BC9A097BC7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3" name="Title 1">
            <a:extLst>
              <a:ext uri="{FF2B5EF4-FFF2-40B4-BE49-F238E27FC236}">
                <a16:creationId xmlns:a16="http://schemas.microsoft.com/office/drawing/2014/main" id="{B4E5DF2C-A923-30EB-6D8D-A85353A6A33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Agenda</a:t>
            </a:r>
          </a:p>
        </p:txBody>
      </p:sp>
      <p:sp>
        <p:nvSpPr>
          <p:cNvPr id="8" name="Content Placeholder 2">
            <a:extLst>
              <a:ext uri="{FF2B5EF4-FFF2-40B4-BE49-F238E27FC236}">
                <a16:creationId xmlns:a16="http://schemas.microsoft.com/office/drawing/2014/main" id="{4FF0EFCA-D097-C212-16F4-B1496C3657D3}"/>
              </a:ext>
            </a:extLst>
          </p:cNvPr>
          <p:cNvSpPr txBox="1">
            <a:spLocks/>
          </p:cNvSpPr>
          <p:nvPr/>
        </p:nvSpPr>
        <p:spPr>
          <a:xfrm>
            <a:off x="901382" y="1125581"/>
            <a:ext cx="10405110" cy="5351145"/>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Abstract</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Introduction</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Existing System</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Proposed System</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System Architecture</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Requirements Specifications</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System Models (UML Diagrams)</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Implementation &amp; Testcases</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Conclusion &amp; Future Enhancement</a:t>
            </a:r>
          </a:p>
          <a:p>
            <a:pPr marL="342900" indent="-342900" algn="l">
              <a:buFont typeface="Arial" panose="020B0604020202020204" pitchFamily="34" charset="0"/>
              <a:buChar char="•"/>
              <a:defRPr sz="2400">
                <a:latin typeface="Times New Roman"/>
                <a:ea typeface="Times New Roman"/>
                <a:cs typeface="Times New Roman"/>
                <a:sym typeface="Times New Roman"/>
              </a:defRPr>
            </a:pPr>
            <a:r>
              <a:rPr lang="en-IN" dirty="0"/>
              <a:t>References</a:t>
            </a:r>
          </a:p>
        </p:txBody>
      </p:sp>
      <p:sp>
        <p:nvSpPr>
          <p:cNvPr id="10" name="Slide Number Placeholder 3">
            <a:extLst>
              <a:ext uri="{FF2B5EF4-FFF2-40B4-BE49-F238E27FC236}">
                <a16:creationId xmlns:a16="http://schemas.microsoft.com/office/drawing/2014/main" id="{5F1E0ADE-6C86-9FA4-FBC6-8994E04FA5D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a:t>
            </a:fld>
            <a:endParaRPr lang="en-IN" altLang="en-US" sz="1200" b="1" dirty="0">
              <a:solidFill>
                <a:srgbClr val="C00000"/>
              </a:solidFill>
            </a:endParaRPr>
          </a:p>
        </p:txBody>
      </p:sp>
      <p:sp>
        <p:nvSpPr>
          <p:cNvPr id="9" name="TextBox 8">
            <a:extLst>
              <a:ext uri="{FF2B5EF4-FFF2-40B4-BE49-F238E27FC236}">
                <a16:creationId xmlns:a16="http://schemas.microsoft.com/office/drawing/2014/main" id="{FD5B67C3-55E3-8577-2EA8-6FBC15531861}"/>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349001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A00E-6C47-92BA-2AE0-32B8F106EEAB}"/>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40DAD441-377C-ED76-A821-0303EE9A6E2F}"/>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0DE64E8C-0611-5424-51FD-87B90A5BB1D2}"/>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Abstract</a:t>
            </a:r>
          </a:p>
        </p:txBody>
      </p:sp>
      <p:sp>
        <p:nvSpPr>
          <p:cNvPr id="8" name="Content Placeholder 2">
            <a:extLst>
              <a:ext uri="{FF2B5EF4-FFF2-40B4-BE49-F238E27FC236}">
                <a16:creationId xmlns:a16="http://schemas.microsoft.com/office/drawing/2014/main" id="{662748D6-A8CF-9A53-0B34-987967D537E1}"/>
              </a:ext>
            </a:extLst>
          </p:cNvPr>
          <p:cNvSpPr txBox="1">
            <a:spLocks/>
          </p:cNvSpPr>
          <p:nvPr/>
        </p:nvSpPr>
        <p:spPr>
          <a:xfrm>
            <a:off x="790892" y="1112431"/>
            <a:ext cx="10515600" cy="5351145"/>
          </a:xfrm>
          <a:prstGeom prst="rect">
            <a:avLst/>
          </a:prstGeom>
        </p:spPr>
        <p:txBody>
          <a:bodyPr vert="horz" wrap="square"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b="1" dirty="0"/>
              <a:t>Memora</a:t>
            </a:r>
            <a:r>
              <a:rPr lang="en-US" dirty="0"/>
              <a:t>, a local AI-powered scheduling assistant designed to redefine personal productivity by combining natural language interaction with intelligent calendar management. Unlike existing cloud-based tools, Memora ensures complete data privacy by running entirely on-device, leveraging </a:t>
            </a:r>
            <a:r>
              <a:rPr lang="en-US" b="1" dirty="0" err="1"/>
              <a:t>FastAPI</a:t>
            </a:r>
            <a:r>
              <a:rPr lang="en-US" dirty="0"/>
              <a:t>, </a:t>
            </a:r>
            <a:r>
              <a:rPr lang="en-US" b="1" dirty="0"/>
              <a:t>Next.js</a:t>
            </a:r>
            <a:r>
              <a:rPr lang="en-US" dirty="0"/>
              <a:t>, and </a:t>
            </a:r>
            <a:r>
              <a:rPr lang="en-US" b="1" dirty="0"/>
              <a:t>Ollama with Qwen 2.5 7B</a:t>
            </a:r>
            <a:r>
              <a:rPr lang="en-US" dirty="0"/>
              <a:t> for local LLM inference. The system introduces a conversational interface capable of understanding complex scheduling requests, detecting conflicts, and integrating with personal documents through </a:t>
            </a:r>
            <a:r>
              <a:rPr lang="en-US" b="1" dirty="0"/>
              <a:t>retrieval-augmented generation (RAG)</a:t>
            </a:r>
            <a:r>
              <a:rPr lang="en-US" dirty="0"/>
              <a:t>. By offering real-time synchronization across chat and calendar views, semantic search, and bulk task operations, Memora aims to provide an intuitive yet privacy-first productivity solution. This work envisions a scalable, extensible platform that not only enhances individual task management but also sets the foundation for future collaborative and multi-modal AI assistants.</a:t>
            </a:r>
            <a:endParaRPr lang="en-IN" dirty="0"/>
          </a:p>
          <a:p>
            <a:pPr algn="just"/>
            <a:endParaRPr lang="en-US" altLang="en-IN" sz="2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Rounded Rectangle 4">
            <a:extLst>
              <a:ext uri="{FF2B5EF4-FFF2-40B4-BE49-F238E27FC236}">
                <a16:creationId xmlns:a16="http://schemas.microsoft.com/office/drawing/2014/main" id="{6F3DC896-5D0D-0AF6-AD2F-BFAEC514E434}"/>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4B15E56A-030D-1093-EFDD-B3D9814C9F32}"/>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F42EDA05-3B2A-4605-D3DA-A61B811F9BB1}"/>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F0686955-48C0-216B-5670-518652638B2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3</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C820CA51-7CF4-DDBA-3E6D-E39D78E7535E}"/>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428578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A3A09-5721-D8BE-8E7F-509310762319}"/>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81356BF-023C-E08A-AAAF-F1162BF6F77B}"/>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771E9341-3059-4A80-4F3B-1120E41CEA92}"/>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Introduction</a:t>
            </a:r>
          </a:p>
        </p:txBody>
      </p:sp>
      <p:sp>
        <p:nvSpPr>
          <p:cNvPr id="8" name="Content Placeholder 2">
            <a:extLst>
              <a:ext uri="{FF2B5EF4-FFF2-40B4-BE49-F238E27FC236}">
                <a16:creationId xmlns:a16="http://schemas.microsoft.com/office/drawing/2014/main" id="{3A9B330D-6E8B-173D-CEFC-B9C20729134C}"/>
              </a:ext>
            </a:extLst>
          </p:cNvPr>
          <p:cNvSpPr txBox="1">
            <a:spLocks/>
          </p:cNvSpPr>
          <p:nvPr/>
        </p:nvSpPr>
        <p:spPr>
          <a:xfrm>
            <a:off x="885507" y="1394053"/>
            <a:ext cx="10405110" cy="5351145"/>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a:t>Memora is a fully local AI scheduling assistant offering conversational task management, conflict detection, and document-aware retrieval (RAG), built with a </a:t>
            </a:r>
            <a:r>
              <a:rPr lang="en-US" dirty="0" err="1"/>
              <a:t>FastAPI</a:t>
            </a:r>
            <a:r>
              <a:rPr lang="en-US" dirty="0"/>
              <a:t> backend, Next.js frontend, and Ollama-hosted Qwen 2.5 7B model; it operates without external APIs to maximize privacy and control.</a:t>
            </a:r>
            <a:endParaRPr lang="en-IN" dirty="0"/>
          </a:p>
          <a:p>
            <a:pPr algn="just"/>
            <a:r>
              <a:rPr lang="en-US" dirty="0"/>
              <a:t>The system targets single-user desktop environments, enabling real-time synchronization between a chat interface and a calendar UI, with JSON-based task storage and </a:t>
            </a:r>
            <a:r>
              <a:rPr lang="en-US" dirty="0" err="1"/>
              <a:t>ChromaDB</a:t>
            </a:r>
            <a:r>
              <a:rPr lang="en-US" dirty="0"/>
              <a:t>-backed semantic retrieval for user documents.</a:t>
            </a:r>
            <a:endParaRPr lang="en-IN" dirty="0"/>
          </a:p>
        </p:txBody>
      </p:sp>
      <p:sp>
        <p:nvSpPr>
          <p:cNvPr id="9" name="Rounded Rectangle 4">
            <a:extLst>
              <a:ext uri="{FF2B5EF4-FFF2-40B4-BE49-F238E27FC236}">
                <a16:creationId xmlns:a16="http://schemas.microsoft.com/office/drawing/2014/main" id="{DAB8195F-6086-A6D9-AB34-FE3B4D8CB8F1}"/>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9A350DFF-A289-C783-D742-DC4C45683678}"/>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DFB54C2A-BE64-1C4B-3AA4-3062C3FB8121}"/>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AA0EE22B-390E-6009-30CD-AA212B910A4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4</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37E8A201-1924-C900-E974-3CE41FFF3C53}"/>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293164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62D2-9537-38F9-56F8-0D9D6057563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8187542-8070-7B71-1280-2EFCC1A01046}"/>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C5EBD773-5ACA-2A00-611F-865445C22D99}"/>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Existing System</a:t>
            </a:r>
          </a:p>
        </p:txBody>
      </p:sp>
      <p:sp>
        <p:nvSpPr>
          <p:cNvPr id="8" name="Content Placeholder 2">
            <a:extLst>
              <a:ext uri="{FF2B5EF4-FFF2-40B4-BE49-F238E27FC236}">
                <a16:creationId xmlns:a16="http://schemas.microsoft.com/office/drawing/2014/main" id="{C5007C56-D746-3906-595C-12D8DBAFA5D6}"/>
              </a:ext>
            </a:extLst>
          </p:cNvPr>
          <p:cNvSpPr txBox="1">
            <a:spLocks/>
          </p:cNvSpPr>
          <p:nvPr/>
        </p:nvSpPr>
        <p:spPr>
          <a:xfrm>
            <a:off x="893444" y="1121638"/>
            <a:ext cx="10405110" cy="5351145"/>
          </a:xfrm>
          <a:prstGeom prst="rect">
            <a:avLst/>
          </a:prstGeom>
        </p:spPr>
        <p:txBody>
          <a:bodyPr vert="horz" wrap="square" lIns="91440" tIns="45720" rIns="91440" bIns="45720" rtlCol="0" anchor="t" anchorCtr="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300" dirty="0"/>
              <a:t>Traditional scheduling apps are inefficient due to manual, form-based inputs, lack of AI intent understanding, and weak conflict management. They depend heavily on cloud services, raising privacy concerns, while forcing users to juggle between chat, calendar, and document apps—leading to fragmented, rigid, and time-consuming workflows.</a:t>
            </a:r>
          </a:p>
          <a:p>
            <a:pPr algn="just"/>
            <a:r>
              <a:rPr lang="en-US" sz="2300" b="1" dirty="0"/>
              <a:t>Key Problems with Existing Systems:</a:t>
            </a:r>
            <a:endParaRPr lang="en-US" sz="2300" dirty="0"/>
          </a:p>
          <a:p>
            <a:pPr marL="342900" indent="-342900" algn="just">
              <a:buFont typeface="Wingdings" panose="05000000000000000000" pitchFamily="2" charset="2"/>
              <a:buChar char="Ø"/>
            </a:pPr>
            <a:r>
              <a:rPr lang="en-US" sz="2300" dirty="0"/>
              <a:t>No conversational interface; users rely on forms</a:t>
            </a:r>
          </a:p>
          <a:p>
            <a:pPr marL="342900" indent="-342900" algn="just">
              <a:buFont typeface="Wingdings" panose="05000000000000000000" pitchFamily="2" charset="2"/>
              <a:buChar char="Ø"/>
            </a:pPr>
            <a:r>
              <a:rPr lang="en-US" sz="2300" dirty="0"/>
              <a:t>Weak automation and limited intelligent scheduling</a:t>
            </a:r>
          </a:p>
          <a:p>
            <a:pPr marL="342900" indent="-342900" algn="just">
              <a:buFont typeface="Wingdings" panose="05000000000000000000" pitchFamily="2" charset="2"/>
              <a:buChar char="Ø"/>
            </a:pPr>
            <a:r>
              <a:rPr lang="en-US" sz="2300" dirty="0"/>
              <a:t>Poor conflict detection and no smart resolution</a:t>
            </a:r>
          </a:p>
          <a:p>
            <a:pPr marL="342900" indent="-342900" algn="just">
              <a:buFont typeface="Wingdings" panose="05000000000000000000" pitchFamily="2" charset="2"/>
              <a:buChar char="Ø"/>
            </a:pPr>
            <a:r>
              <a:rPr lang="en-US" sz="2300" dirty="0"/>
              <a:t>Cloud dependency raises privacy risks</a:t>
            </a:r>
          </a:p>
          <a:p>
            <a:pPr marL="342900" indent="-342900" algn="just">
              <a:buFont typeface="Wingdings" panose="05000000000000000000" pitchFamily="2" charset="2"/>
              <a:buChar char="Ø"/>
            </a:pPr>
            <a:r>
              <a:rPr lang="en-US" sz="2300" dirty="0"/>
              <a:t>Fragmented experience across chat, calendar, and docs</a:t>
            </a:r>
          </a:p>
          <a:p>
            <a:pPr marL="342900" indent="-342900" algn="just">
              <a:buFont typeface="Wingdings" panose="05000000000000000000" pitchFamily="2" charset="2"/>
              <a:buChar char="Ø"/>
            </a:pPr>
            <a:r>
              <a:rPr lang="en-US" sz="2300" dirty="0"/>
              <a:t>Limited document integration for context-aware scheduling</a:t>
            </a:r>
          </a:p>
          <a:p>
            <a:pPr marL="342900" indent="-342900" algn="just">
              <a:buFont typeface="Wingdings" panose="05000000000000000000" pitchFamily="2" charset="2"/>
              <a:buChar char="Ø"/>
            </a:pPr>
            <a:r>
              <a:rPr lang="en-US" sz="2300" dirty="0"/>
              <a:t>Manual conflict resolution required</a:t>
            </a:r>
          </a:p>
          <a:p>
            <a:pPr marL="342900" indent="-342900" algn="just">
              <a:buFont typeface="Wingdings" panose="05000000000000000000" pitchFamily="2" charset="2"/>
              <a:buChar char="Ø"/>
            </a:pPr>
            <a:r>
              <a:rPr lang="en-US" sz="2300" dirty="0"/>
              <a:t>Rigid, non-intuitive interface design</a:t>
            </a:r>
          </a:p>
          <a:p>
            <a:pPr algn="just"/>
            <a:endParaRPr lang="en-US" altLang="en-IN" dirty="0">
              <a:latin typeface="Times New Roman" panose="02020603050405020304" pitchFamily="18" charset="0"/>
            </a:endParaRPr>
          </a:p>
        </p:txBody>
      </p:sp>
      <p:sp>
        <p:nvSpPr>
          <p:cNvPr id="9" name="Rounded Rectangle 4">
            <a:extLst>
              <a:ext uri="{FF2B5EF4-FFF2-40B4-BE49-F238E27FC236}">
                <a16:creationId xmlns:a16="http://schemas.microsoft.com/office/drawing/2014/main" id="{AAFD4A0A-8314-13BE-DBA7-A4FB08597427}"/>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6FC5151A-A8BB-A7B2-FF3E-23D0AD369C5C}"/>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6102CE51-9130-CD4E-2CC6-31C56F0AA5D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9728BDD9-4931-AD9F-5EEA-5C5144852956}"/>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5</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84AFAECD-7D5B-CAD8-BEE3-5963A0F95C41}"/>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4081776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94F6F-C8B1-2ECD-ECC7-11B026E543B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A7BF529-0A90-9A6F-A36C-7657C313EA20}"/>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76EAEABF-12BB-4E88-A0BE-8A093FA7CB3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Proposed System</a:t>
            </a:r>
          </a:p>
        </p:txBody>
      </p:sp>
      <p:sp>
        <p:nvSpPr>
          <p:cNvPr id="8" name="Content Placeholder 2">
            <a:extLst>
              <a:ext uri="{FF2B5EF4-FFF2-40B4-BE49-F238E27FC236}">
                <a16:creationId xmlns:a16="http://schemas.microsoft.com/office/drawing/2014/main" id="{65960468-61E5-95EE-AE7B-3AA146D09855}"/>
              </a:ext>
            </a:extLst>
          </p:cNvPr>
          <p:cNvSpPr txBox="1">
            <a:spLocks/>
          </p:cNvSpPr>
          <p:nvPr/>
        </p:nvSpPr>
        <p:spPr>
          <a:xfrm>
            <a:off x="901382" y="1125581"/>
            <a:ext cx="10405110" cy="5351145"/>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a:t>Memora overcomes the limitations of traditional tools by offering a local-first AI scheduling assistant that unifies chat, calendar, and documents with intelligent automation, privacy-first design, and natural language interaction.</a:t>
            </a:r>
          </a:p>
          <a:p>
            <a:pPr algn="just"/>
            <a:r>
              <a:rPr lang="en-US" b="1" dirty="0"/>
              <a:t>Core Innovation Areas:</a:t>
            </a:r>
            <a:endParaRPr lang="en-US" dirty="0"/>
          </a:p>
          <a:p>
            <a:pPr marL="342900" indent="-342900" algn="just">
              <a:buFont typeface="Wingdings" panose="05000000000000000000" pitchFamily="2" charset="2"/>
              <a:buChar char="Ø"/>
            </a:pPr>
            <a:r>
              <a:rPr lang="en-US" dirty="0"/>
              <a:t>Conversational AI for natural task creation</a:t>
            </a:r>
          </a:p>
          <a:p>
            <a:pPr marL="342900" indent="-342900" algn="just">
              <a:buFont typeface="Wingdings" panose="05000000000000000000" pitchFamily="2" charset="2"/>
              <a:buChar char="Ø"/>
            </a:pPr>
            <a:r>
              <a:rPr lang="en-US" dirty="0"/>
              <a:t>Smart conflict detection with guided resolution</a:t>
            </a:r>
          </a:p>
          <a:p>
            <a:pPr marL="342900" indent="-342900" algn="just">
              <a:buFont typeface="Wingdings" panose="05000000000000000000" pitchFamily="2" charset="2"/>
              <a:buChar char="Ø"/>
            </a:pPr>
            <a:r>
              <a:rPr lang="en-US" dirty="0"/>
              <a:t>Document-aware scheduling using RAG</a:t>
            </a:r>
          </a:p>
          <a:p>
            <a:pPr marL="342900" indent="-342900" algn="just">
              <a:buFont typeface="Wingdings" panose="05000000000000000000" pitchFamily="2" charset="2"/>
              <a:buChar char="Ø"/>
            </a:pPr>
            <a:r>
              <a:rPr lang="en-US" dirty="0"/>
              <a:t>Local-first architecture ensuring complete privacy</a:t>
            </a:r>
          </a:p>
          <a:p>
            <a:pPr marL="342900" indent="-342900" algn="just">
              <a:buFont typeface="Wingdings" panose="05000000000000000000" pitchFamily="2" charset="2"/>
              <a:buChar char="Ø"/>
            </a:pPr>
            <a:r>
              <a:rPr lang="en-US" dirty="0"/>
              <a:t>Unified interface integrating chat, calendar, and documents</a:t>
            </a:r>
          </a:p>
        </p:txBody>
      </p:sp>
      <p:sp>
        <p:nvSpPr>
          <p:cNvPr id="9" name="Rounded Rectangle 4">
            <a:extLst>
              <a:ext uri="{FF2B5EF4-FFF2-40B4-BE49-F238E27FC236}">
                <a16:creationId xmlns:a16="http://schemas.microsoft.com/office/drawing/2014/main" id="{93942C56-50B1-50A8-C3D1-A9B4DA898AC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D03505D6-1E50-25BF-3D69-E5502A0188FD}"/>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D8D23E64-5F69-BAC4-6C6A-878BA3414ADC}"/>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884C0439-7C44-5F42-837E-3B2EBCDD3085}"/>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6</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78D33674-A1F4-C99B-02A7-A4750F75EDDE}"/>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18452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139E-AAAF-9973-25DC-CB42314174D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98DDD209-BAD1-4194-2A9D-B164D515E522}"/>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47389907-A9C4-34E6-8047-31C2FBEF3719}"/>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System Architecture</a:t>
            </a:r>
          </a:p>
        </p:txBody>
      </p:sp>
      <p:sp>
        <p:nvSpPr>
          <p:cNvPr id="9" name="Rounded Rectangle 4">
            <a:extLst>
              <a:ext uri="{FF2B5EF4-FFF2-40B4-BE49-F238E27FC236}">
                <a16:creationId xmlns:a16="http://schemas.microsoft.com/office/drawing/2014/main" id="{B5454663-7A03-F4E1-92D8-8E3D83A847A6}"/>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03846F14-9500-CD76-0960-47234107EA9D}"/>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B1EBFD92-AD3B-70B8-9F18-CCB53E27F620}"/>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0879C87F-2922-FC14-ADAD-9D499DE319FC}"/>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7</a:t>
            </a:fld>
            <a:endParaRPr lang="en-IN" altLang="en-US" sz="1200" b="1" dirty="0">
              <a:solidFill>
                <a:srgbClr val="C00000"/>
              </a:solidFill>
            </a:endParaRPr>
          </a:p>
        </p:txBody>
      </p:sp>
      <p:sp>
        <p:nvSpPr>
          <p:cNvPr id="4" name="TextBox 3">
            <a:extLst>
              <a:ext uri="{FF2B5EF4-FFF2-40B4-BE49-F238E27FC236}">
                <a16:creationId xmlns:a16="http://schemas.microsoft.com/office/drawing/2014/main" id="{AEDF8CC1-BA76-DD7C-5C7D-A57865E59C71}"/>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pic>
        <p:nvPicPr>
          <p:cNvPr id="7" name="Graphic 6">
            <a:extLst>
              <a:ext uri="{FF2B5EF4-FFF2-40B4-BE49-F238E27FC236}">
                <a16:creationId xmlns:a16="http://schemas.microsoft.com/office/drawing/2014/main" id="{BEF6BFD5-A076-C482-5F73-D910FBC5E0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57596" y="1247921"/>
            <a:ext cx="8480022" cy="4929042"/>
          </a:xfrm>
          <a:prstGeom prst="rect">
            <a:avLst/>
          </a:prstGeom>
        </p:spPr>
      </p:pic>
    </p:spTree>
    <p:extLst>
      <p:ext uri="{BB962C8B-B14F-4D97-AF65-F5344CB8AC3E}">
        <p14:creationId xmlns:p14="http://schemas.microsoft.com/office/powerpoint/2010/main" val="2344563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2D804-87B5-32D3-D9E7-58FAA6DE0AA5}"/>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086F5FD9-63B6-01FA-1A8D-56D0186A9E21}"/>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D200420E-CC38-E653-80BC-E39167A9FCE2}"/>
              </a:ext>
            </a:extLst>
          </p:cNvPr>
          <p:cNvSpPr txBox="1">
            <a:spLocks/>
          </p:cNvSpPr>
          <p:nvPr/>
        </p:nvSpPr>
        <p:spPr>
          <a:xfrm>
            <a:off x="3632859" y="2830512"/>
            <a:ext cx="4942153" cy="598488"/>
          </a:xfrm>
          <a:prstGeom prst="rect">
            <a:avLst/>
          </a:prstGeom>
        </p:spPr>
        <p:txBody>
          <a:bodyPr vert="horz" wrap="square" lIns="91440" tIns="45720" rIns="91440" bIns="45720" numCol="1" rtlCol="0" anchor="ctr" anchorCtr="0" compatLnSpc="1">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IN" b="1" dirty="0">
                <a:solidFill>
                  <a:srgbClr val="00B0F0"/>
                </a:solidFill>
                <a:latin typeface="Times New Roman" panose="02020603050405020304" pitchFamily="18" charset="0"/>
                <a:cs typeface="Times New Roman" panose="02020603050405020304" pitchFamily="18" charset="0"/>
              </a:rPr>
              <a:t>Requirement</a:t>
            </a:r>
          </a:p>
          <a:p>
            <a:pPr>
              <a:defRPr/>
            </a:pPr>
            <a:r>
              <a:rPr lang="en-IN" b="1" dirty="0">
                <a:solidFill>
                  <a:srgbClr val="00B0F0"/>
                </a:solidFill>
                <a:latin typeface="Times New Roman" panose="02020603050405020304" pitchFamily="18" charset="0"/>
                <a:cs typeface="Times New Roman" panose="02020603050405020304" pitchFamily="18" charset="0"/>
              </a:rPr>
              <a:t>Specifications</a:t>
            </a:r>
          </a:p>
        </p:txBody>
      </p:sp>
      <p:sp>
        <p:nvSpPr>
          <p:cNvPr id="9" name="Rounded Rectangle 4">
            <a:extLst>
              <a:ext uri="{FF2B5EF4-FFF2-40B4-BE49-F238E27FC236}">
                <a16:creationId xmlns:a16="http://schemas.microsoft.com/office/drawing/2014/main" id="{729413D4-E731-724F-293B-F5ABDF9DAC1E}"/>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10" name="TextBox 9">
            <a:extLst>
              <a:ext uri="{FF2B5EF4-FFF2-40B4-BE49-F238E27FC236}">
                <a16:creationId xmlns:a16="http://schemas.microsoft.com/office/drawing/2014/main" id="{3C060B36-B1FD-0C3B-CAB6-F85FEC9935D5}"/>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1" name="Picture 6">
            <a:extLst>
              <a:ext uri="{FF2B5EF4-FFF2-40B4-BE49-F238E27FC236}">
                <a16:creationId xmlns:a16="http://schemas.microsoft.com/office/drawing/2014/main" id="{C63A1C13-4394-5F99-A65C-A94B66E9E1E5}"/>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AD3BF877-142D-2057-3B58-1DEBB8651E64}"/>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8</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7984DBE3-B8EF-5C96-8259-02169201B213}"/>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377756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E7506-7F76-6B2F-BEC0-B23F74A951BA}"/>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8E6C9041-E0C0-5DCB-9F01-633B8C38872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8" name="Rounded Rectangle 4">
            <a:extLst>
              <a:ext uri="{FF2B5EF4-FFF2-40B4-BE49-F238E27FC236}">
                <a16:creationId xmlns:a16="http://schemas.microsoft.com/office/drawing/2014/main" id="{2C0D6A17-699F-CE84-2E58-4B149A9BD853}"/>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596E584-62B4-E9EA-97AE-BE6DF3036E9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94D78613-63E8-3502-7028-C05B82EDA892}"/>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AA922D68-75D9-7386-4031-04A9B438F2FE}"/>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9</a:t>
            </a:fld>
            <a:endParaRPr lang="en-IN" altLang="en-US" sz="1200" b="1" dirty="0">
              <a:solidFill>
                <a:srgbClr val="C00000"/>
              </a:solidFill>
            </a:endParaRPr>
          </a:p>
        </p:txBody>
      </p:sp>
      <p:sp>
        <p:nvSpPr>
          <p:cNvPr id="3" name="Content Placeholder 2">
            <a:extLst>
              <a:ext uri="{FF2B5EF4-FFF2-40B4-BE49-F238E27FC236}">
                <a16:creationId xmlns:a16="http://schemas.microsoft.com/office/drawing/2014/main" id="{461E3B6B-C334-26BF-20F8-67B777F5D02F}"/>
              </a:ext>
            </a:extLst>
          </p:cNvPr>
          <p:cNvSpPr txBox="1">
            <a:spLocks/>
          </p:cNvSpPr>
          <p:nvPr/>
        </p:nvSpPr>
        <p:spPr>
          <a:xfrm>
            <a:off x="820896" y="1326138"/>
            <a:ext cx="10515599" cy="4918739"/>
          </a:xfrm>
          <a:prstGeom prst="rect">
            <a:avLst/>
          </a:prstGeom>
        </p:spPr>
        <p:txBody>
          <a:bodyPr vert="horz" wrap="square"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en-IN" sz="2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79D58EEB-48DC-423E-A50A-4347A839F947}"/>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Software Requirements Specifications</a:t>
            </a:r>
          </a:p>
        </p:txBody>
      </p:sp>
      <p:sp>
        <p:nvSpPr>
          <p:cNvPr id="5" name="TextBox 4">
            <a:extLst>
              <a:ext uri="{FF2B5EF4-FFF2-40B4-BE49-F238E27FC236}">
                <a16:creationId xmlns:a16="http://schemas.microsoft.com/office/drawing/2014/main" id="{6E579B93-222A-73AC-182B-FC93AA53F0E6}"/>
              </a:ext>
            </a:extLst>
          </p:cNvPr>
          <p:cNvSpPr txBox="1"/>
          <p:nvPr/>
        </p:nvSpPr>
        <p:spPr>
          <a:xfrm>
            <a:off x="955964" y="1394053"/>
            <a:ext cx="10415140" cy="4467057"/>
          </a:xfrm>
          <a:prstGeom prst="rect">
            <a:avLst/>
          </a:prstGeom>
          <a:noFill/>
        </p:spPr>
        <p:txBody>
          <a:bodyPr wrap="square">
            <a:spAutoFit/>
          </a:bodyPr>
          <a:lstStyle/>
          <a:p>
            <a:pPr marL="342900" lvl="0" indent="-342900">
              <a:lnSpc>
                <a:spcPct val="150000"/>
              </a:lnSpc>
              <a:buFont typeface="Wingdings" panose="05000000000000000000" pitchFamily="2" charset="2"/>
              <a:buChar char="Ø"/>
            </a:pPr>
            <a:r>
              <a:rPr lang="en-IN" sz="2400" dirty="0"/>
              <a:t>OS: Windows 10, Ubuntu 20.04</a:t>
            </a:r>
          </a:p>
          <a:p>
            <a:pPr marL="342900" lvl="0" indent="-342900">
              <a:lnSpc>
                <a:spcPct val="150000"/>
              </a:lnSpc>
              <a:buFont typeface="Wingdings" panose="05000000000000000000" pitchFamily="2" charset="2"/>
              <a:buChar char="Ø"/>
            </a:pPr>
            <a:r>
              <a:rPr lang="en-IN" sz="2400" dirty="0"/>
              <a:t>Runtime: Python 3.10+, Node.js 18+, Ollama</a:t>
            </a:r>
          </a:p>
          <a:p>
            <a:pPr marL="342900" lvl="0" indent="-342900">
              <a:lnSpc>
                <a:spcPct val="150000"/>
              </a:lnSpc>
              <a:buFont typeface="Wingdings" panose="05000000000000000000" pitchFamily="2" charset="2"/>
              <a:buChar char="Ø"/>
            </a:pPr>
            <a:r>
              <a:rPr lang="en-IN" sz="2400" dirty="0"/>
              <a:t>Backend: </a:t>
            </a:r>
            <a:r>
              <a:rPr lang="en-IN" sz="2400" dirty="0" err="1"/>
              <a:t>FastAPI</a:t>
            </a:r>
            <a:r>
              <a:rPr lang="en-IN" sz="2400" dirty="0"/>
              <a:t> 0.104.1, LangChain/LangGraph, </a:t>
            </a:r>
            <a:r>
              <a:rPr lang="en-IN" sz="2400" dirty="0" err="1"/>
              <a:t>ChromaDB</a:t>
            </a:r>
            <a:r>
              <a:rPr lang="en-IN" sz="2400" dirty="0"/>
              <a:t>, PyPDF2, python-docx</a:t>
            </a:r>
          </a:p>
          <a:p>
            <a:pPr marL="342900" lvl="0" indent="-342900">
              <a:lnSpc>
                <a:spcPct val="150000"/>
              </a:lnSpc>
              <a:buFont typeface="Wingdings" panose="05000000000000000000" pitchFamily="2" charset="2"/>
              <a:buChar char="Ø"/>
            </a:pPr>
            <a:r>
              <a:rPr lang="en-IN" sz="2400" dirty="0"/>
              <a:t>Frontend: Next.js 14, React 18, </a:t>
            </a:r>
            <a:r>
              <a:rPr lang="en-IN" sz="2400" dirty="0" err="1"/>
              <a:t>FullCalendar</a:t>
            </a:r>
            <a:r>
              <a:rPr lang="en-IN" sz="2400" dirty="0"/>
              <a:t> 6.1.9, Tailwind CSS 3.3.5</a:t>
            </a:r>
          </a:p>
          <a:p>
            <a:pPr marL="342900" lvl="0" indent="-342900">
              <a:lnSpc>
                <a:spcPct val="150000"/>
              </a:lnSpc>
              <a:buFont typeface="Wingdings" panose="05000000000000000000" pitchFamily="2" charset="2"/>
              <a:buChar char="Ø"/>
            </a:pPr>
            <a:r>
              <a:rPr lang="en-IN" sz="2400" dirty="0"/>
              <a:t>AI: Qwen 2.5 7B model via Ollama (localhost:11434)</a:t>
            </a:r>
          </a:p>
          <a:p>
            <a:pPr marL="342900" lvl="0" indent="-342900">
              <a:lnSpc>
                <a:spcPct val="150000"/>
              </a:lnSpc>
              <a:buFont typeface="Wingdings" panose="05000000000000000000" pitchFamily="2" charset="2"/>
              <a:buChar char="Ø"/>
            </a:pPr>
            <a:r>
              <a:rPr lang="en-IN" sz="2400" dirty="0"/>
              <a:t>Ports: 8000 (backend), 3000 (frontend), 11434 (AI service)</a:t>
            </a:r>
          </a:p>
          <a:p>
            <a:pPr marL="342900" lvl="0" indent="-342900">
              <a:lnSpc>
                <a:spcPct val="150000"/>
              </a:lnSpc>
              <a:buFont typeface="Wingdings" panose="05000000000000000000" pitchFamily="2" charset="2"/>
              <a:buChar char="Ø"/>
            </a:pPr>
            <a:r>
              <a:rPr lang="en-IN" sz="2400" dirty="0"/>
              <a:t>Network: Internet required for initial setup only</a:t>
            </a:r>
          </a:p>
        </p:txBody>
      </p:sp>
      <p:sp>
        <p:nvSpPr>
          <p:cNvPr id="2" name="TextBox 1">
            <a:extLst>
              <a:ext uri="{FF2B5EF4-FFF2-40B4-BE49-F238E27FC236}">
                <a16:creationId xmlns:a16="http://schemas.microsoft.com/office/drawing/2014/main" id="{284F9313-8D0A-0502-19A7-CF498AF18DD3}"/>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173640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A62DE-51BC-AAF9-7BB1-5D9B7BCAF2A0}"/>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861DA09C-B682-1C2E-3EAB-E7326602D67D}"/>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8" name="Rounded Rectangle 4">
            <a:extLst>
              <a:ext uri="{FF2B5EF4-FFF2-40B4-BE49-F238E27FC236}">
                <a16:creationId xmlns:a16="http://schemas.microsoft.com/office/drawing/2014/main" id="{6BFD1C35-A42A-D332-3EAD-2F7D0C70B14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36F5756-C755-B04F-0C19-C866C04C056B}"/>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FBFED8B0-4637-FF16-80A4-BF12C2A88DE2}"/>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B0577467-A8E2-FDFE-CE9B-8A10C5DD8219}"/>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10</a:t>
            </a:fld>
            <a:endParaRPr lang="en-IN" altLang="en-US" sz="1200" b="1" dirty="0">
              <a:solidFill>
                <a:srgbClr val="C00000"/>
              </a:solidFill>
            </a:endParaRPr>
          </a:p>
        </p:txBody>
      </p:sp>
      <p:sp>
        <p:nvSpPr>
          <p:cNvPr id="2" name="Content Placeholder 2">
            <a:extLst>
              <a:ext uri="{FF2B5EF4-FFF2-40B4-BE49-F238E27FC236}">
                <a16:creationId xmlns:a16="http://schemas.microsoft.com/office/drawing/2014/main" id="{A9206A68-EB6E-63F9-0C77-F364533AF1D2}"/>
              </a:ext>
            </a:extLst>
          </p:cNvPr>
          <p:cNvSpPr txBox="1">
            <a:spLocks/>
          </p:cNvSpPr>
          <p:nvPr/>
        </p:nvSpPr>
        <p:spPr>
          <a:xfrm>
            <a:off x="901382" y="1125581"/>
            <a:ext cx="10405110" cy="5351145"/>
          </a:xfrm>
          <a:prstGeom prst="rect">
            <a:avLst/>
          </a:prstGeom>
        </p:spPr>
        <p:txBody>
          <a:bodyPr vert="horz" wrap="square" lIns="91440" tIns="45720" rIns="91440" bIns="4572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lvl="0" indent="-342900" algn="just">
              <a:lnSpc>
                <a:spcPct val="150000"/>
              </a:lnSpc>
              <a:buFont typeface="Wingdings" panose="05000000000000000000" pitchFamily="2" charset="2"/>
              <a:buChar char="Ø"/>
            </a:pPr>
            <a:r>
              <a:rPr lang="en-IN" dirty="0"/>
              <a:t>CPU: AMD </a:t>
            </a:r>
            <a:r>
              <a:rPr lang="en-IN" dirty="0" err="1"/>
              <a:t>Ryzen</a:t>
            </a:r>
            <a:r>
              <a:rPr lang="en-IN" dirty="0"/>
              <a:t> 7 5800H (8 cores, 3.8GHz+)</a:t>
            </a:r>
            <a:endParaRPr lang="en-IN" sz="2000" dirty="0"/>
          </a:p>
          <a:p>
            <a:pPr marL="342900" lvl="0" indent="-342900" algn="just">
              <a:lnSpc>
                <a:spcPct val="150000"/>
              </a:lnSpc>
              <a:buFont typeface="Wingdings" panose="05000000000000000000" pitchFamily="2" charset="2"/>
              <a:buChar char="Ø"/>
            </a:pPr>
            <a:r>
              <a:rPr lang="en-IN" dirty="0"/>
              <a:t>GPU: NVIDIA RTX 3050 4GB VRAM</a:t>
            </a:r>
            <a:endParaRPr lang="en-IN" sz="2000" dirty="0"/>
          </a:p>
          <a:p>
            <a:pPr marL="342900" lvl="0" indent="-342900" algn="just">
              <a:lnSpc>
                <a:spcPct val="150000"/>
              </a:lnSpc>
              <a:buFont typeface="Wingdings" panose="05000000000000000000" pitchFamily="2" charset="2"/>
              <a:buChar char="Ø"/>
            </a:pPr>
            <a:r>
              <a:rPr lang="en-IN" dirty="0"/>
              <a:t>RAM: 16GB DDR4-3200</a:t>
            </a:r>
            <a:endParaRPr lang="en-IN" sz="2000" dirty="0"/>
          </a:p>
          <a:p>
            <a:pPr marL="342900" lvl="0" indent="-342900" algn="just">
              <a:lnSpc>
                <a:spcPct val="150000"/>
              </a:lnSpc>
              <a:buFont typeface="Wingdings" panose="05000000000000000000" pitchFamily="2" charset="2"/>
              <a:buChar char="Ø"/>
            </a:pPr>
            <a:r>
              <a:rPr lang="en-IN" dirty="0"/>
              <a:t>Storage: 15GB+ SSD storage</a:t>
            </a:r>
            <a:endParaRPr lang="en-IN" sz="2000" dirty="0"/>
          </a:p>
          <a:p>
            <a:pPr marL="721183" lvl="2" indent="-342900" algn="just">
              <a:lnSpc>
                <a:spcPct val="150000"/>
              </a:lnSpc>
              <a:buFont typeface="Wingdings" panose="05000000000000000000" pitchFamily="2" charset="2"/>
              <a:buChar char="Ø"/>
            </a:pPr>
            <a:endParaRPr lang="en-US" sz="2482" spc="-49" dirty="0">
              <a:solidFill>
                <a:srgbClr val="145DA0"/>
              </a:solidFill>
              <a:latin typeface="Poppins"/>
              <a:ea typeface="Poppins"/>
              <a:cs typeface="Poppins"/>
              <a:sym typeface="Poppins"/>
            </a:endParaRPr>
          </a:p>
        </p:txBody>
      </p:sp>
      <p:sp>
        <p:nvSpPr>
          <p:cNvPr id="3" name="Title 1">
            <a:extLst>
              <a:ext uri="{FF2B5EF4-FFF2-40B4-BE49-F238E27FC236}">
                <a16:creationId xmlns:a16="http://schemas.microsoft.com/office/drawing/2014/main" id="{A3592D45-6C3D-9A8D-F0EA-C8060B12375E}"/>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Hardware Requirements Specifications</a:t>
            </a:r>
          </a:p>
        </p:txBody>
      </p:sp>
      <p:sp>
        <p:nvSpPr>
          <p:cNvPr id="4" name="TextBox 3">
            <a:extLst>
              <a:ext uri="{FF2B5EF4-FFF2-40B4-BE49-F238E27FC236}">
                <a16:creationId xmlns:a16="http://schemas.microsoft.com/office/drawing/2014/main" id="{C6973760-10C4-ADB9-D994-8DE9CEB01E8C}"/>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193212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CCE0E-16E4-B477-D8B9-2EDA966294AB}"/>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761FE9E-6B9C-22C4-B217-369E5666C3D6}"/>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1EE4D4A6-7BBB-968D-4EFD-79B1F7848A85}"/>
              </a:ext>
            </a:extLst>
          </p:cNvPr>
          <p:cNvSpPr txBox="1">
            <a:spLocks/>
          </p:cNvSpPr>
          <p:nvPr/>
        </p:nvSpPr>
        <p:spPr>
          <a:xfrm>
            <a:off x="3042931" y="3123673"/>
            <a:ext cx="6090261" cy="598488"/>
          </a:xfrm>
          <a:prstGeom prst="rect">
            <a:avLst/>
          </a:prstGeom>
        </p:spPr>
        <p:txBody>
          <a:bodyPr vert="horz" wrap="square" lIns="91440" tIns="45720" rIns="91440" bIns="45720" numCol="1" rtlCol="0" anchor="ctr" anchorCtr="0" compatLnSpc="1">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IN" b="1" dirty="0">
                <a:solidFill>
                  <a:srgbClr val="00B0F0"/>
                </a:solidFill>
                <a:latin typeface="Times New Roman" panose="02020603050405020304" pitchFamily="18" charset="0"/>
                <a:cs typeface="Times New Roman" panose="02020603050405020304" pitchFamily="18" charset="0"/>
              </a:rPr>
              <a:t>System Models</a:t>
            </a:r>
          </a:p>
          <a:p>
            <a:pPr>
              <a:defRPr/>
            </a:pPr>
            <a:r>
              <a:rPr lang="en-IN" sz="4000" b="1" dirty="0">
                <a:solidFill>
                  <a:srgbClr val="00B0F0"/>
                </a:solidFill>
                <a:latin typeface="Times New Roman" panose="02020603050405020304" pitchFamily="18" charset="0"/>
                <a:cs typeface="Times New Roman" panose="02020603050405020304" pitchFamily="18" charset="0"/>
              </a:rPr>
              <a:t>(UML Diagrams)</a:t>
            </a:r>
          </a:p>
        </p:txBody>
      </p:sp>
      <p:sp>
        <p:nvSpPr>
          <p:cNvPr id="8" name="Rounded Rectangle 4">
            <a:extLst>
              <a:ext uri="{FF2B5EF4-FFF2-40B4-BE49-F238E27FC236}">
                <a16:creationId xmlns:a16="http://schemas.microsoft.com/office/drawing/2014/main" id="{B325BCA7-9E1B-82D2-A3AE-C0635D84C361}"/>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C9123F4-1D17-E3FF-53C7-C6C2E045D566}"/>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7095D0F4-7B93-B1E8-EEA2-8E2B98B9FCD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C7448B5B-A85F-EFF0-057D-1EB1E0F3A053}"/>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11</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E233F774-25F4-F2BE-B693-C9C7463FE7EC}"/>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1166709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53AF-09D3-65E7-8708-E371A4C6EB09}"/>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1849E127-8193-A810-5445-323EFA47A099}"/>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2AEE6C77-FC87-826F-97F3-5F8D0116F17D}"/>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Use Case Diagram</a:t>
            </a:r>
          </a:p>
        </p:txBody>
      </p:sp>
      <p:sp>
        <p:nvSpPr>
          <p:cNvPr id="8" name="Rounded Rectangle 4">
            <a:extLst>
              <a:ext uri="{FF2B5EF4-FFF2-40B4-BE49-F238E27FC236}">
                <a16:creationId xmlns:a16="http://schemas.microsoft.com/office/drawing/2014/main" id="{9E09A10D-5236-E461-381F-3F951F6BBD14}"/>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9E137DD2-3B91-DC5B-E068-D4AB88A13AE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74969CED-1C6C-52C3-B447-CA7BC2C95744}"/>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769695B9-5F95-717F-4A95-58A7428A390A}"/>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12</a:t>
            </a:fld>
            <a:endParaRPr lang="en-IN" altLang="en-US" sz="1200" b="1" dirty="0">
              <a:solidFill>
                <a:srgbClr val="C00000"/>
              </a:solidFill>
            </a:endParaRPr>
          </a:p>
        </p:txBody>
      </p:sp>
      <p:pic>
        <p:nvPicPr>
          <p:cNvPr id="11" name="Graphic 10">
            <a:extLst>
              <a:ext uri="{FF2B5EF4-FFF2-40B4-BE49-F238E27FC236}">
                <a16:creationId xmlns:a16="http://schemas.microsoft.com/office/drawing/2014/main" id="{6E919644-2A2E-EEB4-5C56-FD4DE44E34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3875" y="1319212"/>
            <a:ext cx="3524250" cy="4219575"/>
          </a:xfrm>
          <a:prstGeom prst="rect">
            <a:avLst/>
          </a:prstGeom>
        </p:spPr>
      </p:pic>
      <p:sp>
        <p:nvSpPr>
          <p:cNvPr id="18" name="TextBox 17">
            <a:extLst>
              <a:ext uri="{FF2B5EF4-FFF2-40B4-BE49-F238E27FC236}">
                <a16:creationId xmlns:a16="http://schemas.microsoft.com/office/drawing/2014/main" id="{FFD85A42-444A-5C9F-4F8C-75EFD8F37272}"/>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pic>
        <p:nvPicPr>
          <p:cNvPr id="14" name="Graphic 13">
            <a:extLst>
              <a:ext uri="{FF2B5EF4-FFF2-40B4-BE49-F238E27FC236}">
                <a16:creationId xmlns:a16="http://schemas.microsoft.com/office/drawing/2014/main" id="{57C344DA-2B8B-1340-AC76-CCB8617156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20346" y="1378222"/>
            <a:ext cx="7147454" cy="4648235"/>
          </a:xfrm>
          <a:prstGeom prst="rect">
            <a:avLst/>
          </a:prstGeom>
        </p:spPr>
      </p:pic>
    </p:spTree>
    <p:extLst>
      <p:ext uri="{BB962C8B-B14F-4D97-AF65-F5344CB8AC3E}">
        <p14:creationId xmlns:p14="http://schemas.microsoft.com/office/powerpoint/2010/main" val="3139232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5F8A7-3ADF-149D-90E4-DC99ED45DB1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29456A66-14A3-E1A7-F67F-71F30E0A8908}"/>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D76F7180-6924-28DE-E7F3-E5D8823439BF}"/>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Activity Diagram</a:t>
            </a:r>
          </a:p>
        </p:txBody>
      </p:sp>
      <p:sp>
        <p:nvSpPr>
          <p:cNvPr id="8" name="Rounded Rectangle 4">
            <a:extLst>
              <a:ext uri="{FF2B5EF4-FFF2-40B4-BE49-F238E27FC236}">
                <a16:creationId xmlns:a16="http://schemas.microsoft.com/office/drawing/2014/main" id="{00736B8C-9FC5-129D-C9F6-F3430F537C97}"/>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E16A33AF-F3EE-F092-27BE-6ED01056FEA1}"/>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EE485022-910C-BF55-278F-9CEE4EA800E8}"/>
              </a:ext>
            </a:extLst>
          </p:cNvPr>
          <p:cNvPicPr>
            <a:picLocks noChangeAspect="1"/>
          </p:cNvPicPr>
          <p:nvPr/>
        </p:nvPicPr>
        <p:blipFill>
          <a:blip r:embed="rId3"/>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8BFCC592-AA73-E798-3A88-E532ED342E3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13</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4FF724E2-E837-E6BD-1F73-95F25C7DC4E2}"/>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pic>
        <p:nvPicPr>
          <p:cNvPr id="13" name="Graphic 12">
            <a:extLst>
              <a:ext uri="{FF2B5EF4-FFF2-40B4-BE49-F238E27FC236}">
                <a16:creationId xmlns:a16="http://schemas.microsoft.com/office/drawing/2014/main" id="{F73D17D7-2519-C89F-5972-6DE5B3DF3C8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32212" y="1031609"/>
            <a:ext cx="4739117" cy="5221821"/>
          </a:xfrm>
          <a:prstGeom prst="rect">
            <a:avLst/>
          </a:prstGeom>
        </p:spPr>
      </p:pic>
    </p:spTree>
    <p:extLst>
      <p:ext uri="{BB962C8B-B14F-4D97-AF65-F5344CB8AC3E}">
        <p14:creationId xmlns:p14="http://schemas.microsoft.com/office/powerpoint/2010/main" val="87296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1B18-0CE5-622A-E145-B0CB60809B77}"/>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DFBABF48-F469-C215-0B36-96913A6C1CD4}"/>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70F1C31E-1774-ADEC-0BFF-8453C675F2DA}"/>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Class Diagram</a:t>
            </a:r>
          </a:p>
        </p:txBody>
      </p:sp>
      <p:sp>
        <p:nvSpPr>
          <p:cNvPr id="8" name="Rounded Rectangle 4">
            <a:extLst>
              <a:ext uri="{FF2B5EF4-FFF2-40B4-BE49-F238E27FC236}">
                <a16:creationId xmlns:a16="http://schemas.microsoft.com/office/drawing/2014/main" id="{7C684CF4-EFEC-B78F-6A28-E2D984CA0D49}"/>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C989EF99-BBB8-7C81-0461-B914B5AD9E90}"/>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42846827-85E4-50D8-6816-4AEFBA4C798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804CBD19-6181-6B76-4B1F-C50FF63B4A65}"/>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14</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B2A96CBC-B5FF-3496-AC4C-9A3E1BDD2DF6}"/>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pic>
        <p:nvPicPr>
          <p:cNvPr id="5" name="Graphic 4">
            <a:extLst>
              <a:ext uri="{FF2B5EF4-FFF2-40B4-BE49-F238E27FC236}">
                <a16:creationId xmlns:a16="http://schemas.microsoft.com/office/drawing/2014/main" id="{783C8C2E-6B6E-0C49-2124-2CCEED4EB7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09940" y="1108076"/>
            <a:ext cx="7130251" cy="5230423"/>
          </a:xfrm>
          <a:prstGeom prst="rect">
            <a:avLst/>
          </a:prstGeom>
        </p:spPr>
      </p:pic>
    </p:spTree>
    <p:extLst>
      <p:ext uri="{BB962C8B-B14F-4D97-AF65-F5344CB8AC3E}">
        <p14:creationId xmlns:p14="http://schemas.microsoft.com/office/powerpoint/2010/main" val="2426628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3FC8-0CE5-7314-0CAB-7438BAE3B393}"/>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B05DDA94-8059-3559-43DE-68D14EC3C4A3}"/>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BABED0BC-C20C-92CB-1BD7-E964EA36CD35}"/>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Sequence Diagram</a:t>
            </a:r>
          </a:p>
        </p:txBody>
      </p:sp>
      <p:sp>
        <p:nvSpPr>
          <p:cNvPr id="8" name="Rounded Rectangle 4">
            <a:extLst>
              <a:ext uri="{FF2B5EF4-FFF2-40B4-BE49-F238E27FC236}">
                <a16:creationId xmlns:a16="http://schemas.microsoft.com/office/drawing/2014/main" id="{ECE423C0-9C8F-5F67-89EE-90513C1CF11D}"/>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0FC5CD94-C6C6-ADB2-D7C7-7BEE153EEB3F}"/>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A4D228E4-0939-4C1F-5D26-5FAD7EBA91A7}"/>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2" name="Slide Number Placeholder 3">
            <a:extLst>
              <a:ext uri="{FF2B5EF4-FFF2-40B4-BE49-F238E27FC236}">
                <a16:creationId xmlns:a16="http://schemas.microsoft.com/office/drawing/2014/main" id="{63C7EE32-3ABA-D10A-4792-672FBA9110DE}"/>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15</a:t>
            </a:fld>
            <a:endParaRPr lang="en-IN" altLang="en-US" sz="1200" b="1" dirty="0">
              <a:solidFill>
                <a:srgbClr val="C00000"/>
              </a:solidFill>
            </a:endParaRPr>
          </a:p>
        </p:txBody>
      </p:sp>
      <p:sp>
        <p:nvSpPr>
          <p:cNvPr id="2" name="TextBox 1">
            <a:extLst>
              <a:ext uri="{FF2B5EF4-FFF2-40B4-BE49-F238E27FC236}">
                <a16:creationId xmlns:a16="http://schemas.microsoft.com/office/drawing/2014/main" id="{8AB96FD7-7494-92A7-B362-820CFCE5121E}"/>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pic>
        <p:nvPicPr>
          <p:cNvPr id="13" name="Graphic 12">
            <a:extLst>
              <a:ext uri="{FF2B5EF4-FFF2-40B4-BE49-F238E27FC236}">
                <a16:creationId xmlns:a16="http://schemas.microsoft.com/office/drawing/2014/main" id="{C7028C3F-2FF2-1655-7308-1A437F030D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7379" y="1135649"/>
            <a:ext cx="8667750" cy="5046968"/>
          </a:xfrm>
          <a:prstGeom prst="rect">
            <a:avLst/>
          </a:prstGeom>
        </p:spPr>
      </p:pic>
    </p:spTree>
    <p:extLst>
      <p:ext uri="{BB962C8B-B14F-4D97-AF65-F5344CB8AC3E}">
        <p14:creationId xmlns:p14="http://schemas.microsoft.com/office/powerpoint/2010/main" val="594670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3F4DD-685D-37DD-0EEF-00EACBEDAC17}"/>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4D4F5A3E-95AB-7A96-3298-2555E4C39B94}"/>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16</a:t>
            </a:fld>
            <a:endParaRPr lang="en-IN" altLang="en-US" sz="1200" b="1" dirty="0">
              <a:solidFill>
                <a:srgbClr val="C00000"/>
              </a:solidFill>
            </a:endParaRPr>
          </a:p>
        </p:txBody>
      </p:sp>
      <p:sp>
        <p:nvSpPr>
          <p:cNvPr id="4" name="Title 1">
            <a:extLst>
              <a:ext uri="{FF2B5EF4-FFF2-40B4-BE49-F238E27FC236}">
                <a16:creationId xmlns:a16="http://schemas.microsoft.com/office/drawing/2014/main" id="{07CD2AFD-AF46-81E3-8668-3853890FBC34}"/>
              </a:ext>
            </a:extLst>
          </p:cNvPr>
          <p:cNvSpPr txBox="1">
            <a:spLocks/>
          </p:cNvSpPr>
          <p:nvPr/>
        </p:nvSpPr>
        <p:spPr>
          <a:xfrm>
            <a:off x="3042931" y="3123673"/>
            <a:ext cx="6090261" cy="598488"/>
          </a:xfrm>
          <a:prstGeom prst="rect">
            <a:avLst/>
          </a:prstGeom>
        </p:spPr>
        <p:txBody>
          <a:bodyPr vert="horz" wrap="square" lIns="91440" tIns="45720" rIns="91440" bIns="45720" numCol="1" rtlCol="0" anchor="ctr" anchorCtr="0" compatLnSpc="1">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IN" b="1" dirty="0">
                <a:solidFill>
                  <a:srgbClr val="00B0F0"/>
                </a:solidFill>
                <a:latin typeface="Times New Roman" panose="02020603050405020304" pitchFamily="18" charset="0"/>
                <a:cs typeface="Times New Roman" panose="02020603050405020304" pitchFamily="18" charset="0"/>
              </a:rPr>
              <a:t>Memora</a:t>
            </a:r>
            <a:endParaRPr lang="en-IN" sz="4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230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57967-1676-F2EC-04E6-DB390C80BB84}"/>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B77F2B64-8CDB-08D7-766B-B9DA2C9862A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17</a:t>
            </a:fld>
            <a:endParaRPr lang="en-IN" altLang="en-US" sz="1200" b="1" dirty="0">
              <a:solidFill>
                <a:srgbClr val="C00000"/>
              </a:solidFill>
            </a:endParaRPr>
          </a:p>
        </p:txBody>
      </p:sp>
      <p:pic>
        <p:nvPicPr>
          <p:cNvPr id="5" name="Picture 4">
            <a:extLst>
              <a:ext uri="{FF2B5EF4-FFF2-40B4-BE49-F238E27FC236}">
                <a16:creationId xmlns:a16="http://schemas.microsoft.com/office/drawing/2014/main" id="{A98DDFA2-109B-5902-258F-090A4D4FA78B}"/>
              </a:ext>
            </a:extLst>
          </p:cNvPr>
          <p:cNvPicPr>
            <a:picLocks noChangeAspect="1"/>
          </p:cNvPicPr>
          <p:nvPr/>
        </p:nvPicPr>
        <p:blipFill>
          <a:blip r:embed="rId2"/>
          <a:stretch>
            <a:fillRect/>
          </a:stretch>
        </p:blipFill>
        <p:spPr>
          <a:xfrm>
            <a:off x="650449" y="807908"/>
            <a:ext cx="10875225" cy="4890164"/>
          </a:xfrm>
          <a:prstGeom prst="rect">
            <a:avLst/>
          </a:prstGeom>
          <a:ln>
            <a:solidFill>
              <a:schemeClr val="accent1">
                <a:alpha val="41000"/>
              </a:schemeClr>
            </a:solidFill>
          </a:ln>
          <a:effectLst>
            <a:outerShdw blurRad="63500" sx="102000" sy="102000" algn="ctr" rotWithShape="0">
              <a:prstClr val="black">
                <a:alpha val="18000"/>
              </a:prstClr>
            </a:outerShdw>
          </a:effectLst>
        </p:spPr>
      </p:pic>
      <p:sp>
        <p:nvSpPr>
          <p:cNvPr id="7" name="TextBox 6">
            <a:extLst>
              <a:ext uri="{FF2B5EF4-FFF2-40B4-BE49-F238E27FC236}">
                <a16:creationId xmlns:a16="http://schemas.microsoft.com/office/drawing/2014/main" id="{685F1187-8295-EC67-B916-2BE5ABB04A6B}"/>
              </a:ext>
            </a:extLst>
          </p:cNvPr>
          <p:cNvSpPr txBox="1"/>
          <p:nvPr/>
        </p:nvSpPr>
        <p:spPr>
          <a:xfrm>
            <a:off x="3035709" y="5821055"/>
            <a:ext cx="6120580"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a:t>
            </a:r>
            <a:r>
              <a:rPr lang="en-IN" b="1" dirty="0">
                <a:latin typeface="Times New Roman" panose="02020603050405020304" pitchFamily="18" charset="0"/>
                <a:ea typeface="Segoe UI Symbol" panose="020B0502040204020203" pitchFamily="34" charset="0"/>
              </a:rPr>
              <a:t>1:</a:t>
            </a:r>
            <a:r>
              <a:rPr lang="en-IN" sz="1800" b="1" dirty="0">
                <a:effectLst/>
                <a:latin typeface="Times New Roman" panose="02020603050405020304" pitchFamily="18" charset="0"/>
                <a:ea typeface="Segoe UI Symbol" panose="020B0502040204020203" pitchFamily="34" charset="0"/>
              </a:rPr>
              <a:t> </a:t>
            </a:r>
            <a:r>
              <a:rPr lang="en-IN" b="1" dirty="0">
                <a:latin typeface="Times New Roman" panose="02020603050405020304" pitchFamily="18" charset="0"/>
                <a:ea typeface="Segoe UI Symbol" panose="020B0502040204020203" pitchFamily="34" charset="0"/>
              </a:rPr>
              <a:t>Memora Chat Interface and </a:t>
            </a:r>
            <a:r>
              <a:rPr lang="en-IN" b="1" dirty="0" err="1">
                <a:latin typeface="Times New Roman" panose="02020603050405020304" pitchFamily="18" charset="0"/>
                <a:ea typeface="Segoe UI Symbol" panose="020B0502040204020203" pitchFamily="34" charset="0"/>
              </a:rPr>
              <a:t>Homescreen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54530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82448-15CD-F1C5-B3BC-E108B04F41E6}"/>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E0055533-6660-1210-B5E4-0F926A6098D9}"/>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18</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2774504B-C1D5-CD79-66B2-1A0ABF9B9C91}"/>
              </a:ext>
            </a:extLst>
          </p:cNvPr>
          <p:cNvSpPr txBox="1"/>
          <p:nvPr/>
        </p:nvSpPr>
        <p:spPr>
          <a:xfrm>
            <a:off x="3035709" y="5821055"/>
            <a:ext cx="6120580"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2</a:t>
            </a:r>
            <a:r>
              <a:rPr lang="en-IN" b="1" dirty="0">
                <a:latin typeface="Times New Roman" panose="02020603050405020304" pitchFamily="18" charset="0"/>
                <a:ea typeface="Segoe UI Symbol" panose="020B0502040204020203" pitchFamily="34" charset="0"/>
              </a:rPr>
              <a:t>:</a:t>
            </a:r>
            <a:r>
              <a:rPr lang="en-IN" sz="1800" b="1" dirty="0">
                <a:effectLst/>
                <a:latin typeface="Times New Roman" panose="02020603050405020304" pitchFamily="18" charset="0"/>
                <a:ea typeface="Segoe UI Symbol" panose="020B0502040204020203" pitchFamily="34" charset="0"/>
              </a:rPr>
              <a:t> </a:t>
            </a:r>
            <a:r>
              <a:rPr lang="en-IN" b="1" dirty="0">
                <a:latin typeface="Times New Roman" panose="02020603050405020304" pitchFamily="18" charset="0"/>
                <a:ea typeface="Segoe UI Symbol" panose="020B0502040204020203" pitchFamily="34" charset="0"/>
              </a:rPr>
              <a:t>Memora Agent’s Intelligent Scheduling</a:t>
            </a:r>
            <a:endParaRPr lang="en-IN" sz="1600" dirty="0">
              <a:effectLst/>
              <a:latin typeface="Times New Roman" panose="02020603050405020304" pitchFamily="18" charset="0"/>
              <a:ea typeface="Times New Roman" panose="02020603050405020304" pitchFamily="18" charset="0"/>
            </a:endParaRPr>
          </a:p>
        </p:txBody>
      </p:sp>
      <p:pic>
        <p:nvPicPr>
          <p:cNvPr id="15" name="Picture 14">
            <a:extLst>
              <a:ext uri="{FF2B5EF4-FFF2-40B4-BE49-F238E27FC236}">
                <a16:creationId xmlns:a16="http://schemas.microsoft.com/office/drawing/2014/main" id="{8D02556D-5156-8E4C-D988-F8F9EEEAC5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3646" y="762026"/>
            <a:ext cx="6120581" cy="480288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43185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F6F3A-E8C9-AC1D-8EBB-C4270DC29797}"/>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C821639B-F72C-8662-AB32-9A12042A395F}"/>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19</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E1DFDD24-3F34-24C1-0C14-AAE7ACCF83DF}"/>
              </a:ext>
            </a:extLst>
          </p:cNvPr>
          <p:cNvSpPr txBox="1"/>
          <p:nvPr/>
        </p:nvSpPr>
        <p:spPr>
          <a:xfrm>
            <a:off x="3027772" y="5575901"/>
            <a:ext cx="6120580"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3</a:t>
            </a:r>
            <a:r>
              <a:rPr lang="en-IN" b="1" dirty="0">
                <a:latin typeface="Times New Roman" panose="02020603050405020304" pitchFamily="18" charset="0"/>
                <a:ea typeface="Segoe UI Symbol" panose="020B0502040204020203" pitchFamily="34" charset="0"/>
              </a:rPr>
              <a:t>: Bulk Handling of tasks</a:t>
            </a:r>
            <a:endParaRPr lang="en-IN" sz="1600" dirty="0">
              <a:effectLst/>
              <a:latin typeface="Times New Roman" panose="02020603050405020304" pitchFamily="18" charset="0"/>
              <a:ea typeface="Times New Roman" panose="02020603050405020304" pitchFamily="18" charset="0"/>
            </a:endParaRPr>
          </a:p>
        </p:txBody>
      </p:sp>
      <p:pic>
        <p:nvPicPr>
          <p:cNvPr id="13" name="Picture 12">
            <a:extLst>
              <a:ext uri="{FF2B5EF4-FFF2-40B4-BE49-F238E27FC236}">
                <a16:creationId xmlns:a16="http://schemas.microsoft.com/office/drawing/2014/main" id="{23035577-5EEA-C8F8-1C55-61C3671AE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1714" y="1250667"/>
            <a:ext cx="8392696" cy="389626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762344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74C16-B1A5-0C01-8C35-C1B9CFFBA8F8}"/>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AEE08F58-AA62-4365-FBC3-2483C9859C4C}"/>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20</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6D6DC573-3906-398C-3934-D5039693FF3F}"/>
              </a:ext>
            </a:extLst>
          </p:cNvPr>
          <p:cNvSpPr txBox="1"/>
          <p:nvPr/>
        </p:nvSpPr>
        <p:spPr>
          <a:xfrm>
            <a:off x="3027772" y="5431910"/>
            <a:ext cx="6120580"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4</a:t>
            </a:r>
            <a:r>
              <a:rPr lang="en-IN" b="1" dirty="0">
                <a:latin typeface="Times New Roman" panose="02020603050405020304" pitchFamily="18" charset="0"/>
                <a:ea typeface="Segoe UI Symbol" panose="020B0502040204020203" pitchFamily="34" charset="0"/>
              </a:rPr>
              <a:t>: General Conversation with Memora</a:t>
            </a:r>
            <a:endParaRPr lang="en-IN" sz="16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550EB574-55CC-AC30-7A75-9DB8C1C872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328" y="1147763"/>
            <a:ext cx="10599217" cy="417253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25017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8273-0DA4-0527-68EE-F5BA7405506B}"/>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DA34977D-E3D8-76CF-AACA-131E6A1F3065}"/>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21</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3BE9C1ED-1512-4937-818C-6CD4A12294DE}"/>
              </a:ext>
            </a:extLst>
          </p:cNvPr>
          <p:cNvSpPr txBox="1"/>
          <p:nvPr/>
        </p:nvSpPr>
        <p:spPr>
          <a:xfrm>
            <a:off x="3021373" y="5860645"/>
            <a:ext cx="6120580"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a:t>
            </a:r>
            <a:r>
              <a:rPr lang="en-IN" b="1" dirty="0">
                <a:latin typeface="Times New Roman" panose="02020603050405020304" pitchFamily="18" charset="0"/>
                <a:ea typeface="Segoe UI Symbol" panose="020B0502040204020203" pitchFamily="34" charset="0"/>
              </a:rPr>
              <a:t>5:</a:t>
            </a:r>
            <a:r>
              <a:rPr lang="en-IN" sz="1800" b="1" dirty="0">
                <a:effectLst/>
                <a:latin typeface="Times New Roman" panose="02020603050405020304" pitchFamily="18" charset="0"/>
                <a:ea typeface="Segoe UI Symbol" panose="020B0502040204020203" pitchFamily="34" charset="0"/>
              </a:rPr>
              <a:t> Task Dashboard With Three Different Calendar Views</a:t>
            </a:r>
            <a:endParaRPr lang="en-IN" sz="1600" dirty="0">
              <a:effectLst/>
              <a:latin typeface="Times New Roman" panose="02020603050405020304" pitchFamily="18" charset="0"/>
              <a:ea typeface="Times New Roman" panose="02020603050405020304" pitchFamily="18" charset="0"/>
            </a:endParaRPr>
          </a:p>
        </p:txBody>
      </p:sp>
      <p:grpSp>
        <p:nvGrpSpPr>
          <p:cNvPr id="18" name="Group 17">
            <a:extLst>
              <a:ext uri="{FF2B5EF4-FFF2-40B4-BE49-F238E27FC236}">
                <a16:creationId xmlns:a16="http://schemas.microsoft.com/office/drawing/2014/main" id="{7B4E9A33-51C2-F52E-492B-EE382836A1AA}"/>
              </a:ext>
            </a:extLst>
          </p:cNvPr>
          <p:cNvGrpSpPr/>
          <p:nvPr/>
        </p:nvGrpSpPr>
        <p:grpSpPr>
          <a:xfrm>
            <a:off x="732546" y="791043"/>
            <a:ext cx="10698233" cy="4879456"/>
            <a:chOff x="281565" y="692992"/>
            <a:chExt cx="10939353" cy="4595930"/>
          </a:xfrm>
        </p:grpSpPr>
        <p:pic>
          <p:nvPicPr>
            <p:cNvPr id="13" name="Picture 12">
              <a:extLst>
                <a:ext uri="{FF2B5EF4-FFF2-40B4-BE49-F238E27FC236}">
                  <a16:creationId xmlns:a16="http://schemas.microsoft.com/office/drawing/2014/main" id="{1BEC80EE-8364-8A36-2E21-B37D42715D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4571" y="720564"/>
              <a:ext cx="3440258" cy="4517667"/>
            </a:xfrm>
            <a:prstGeom prst="rect">
              <a:avLst/>
            </a:prstGeom>
            <a:effectLst>
              <a:outerShdw blurRad="63500" sx="102000" sy="102000" algn="ctr" rotWithShape="0">
                <a:prstClr val="black">
                  <a:alpha val="40000"/>
                </a:prstClr>
              </a:outerShdw>
            </a:effectLst>
          </p:spPr>
        </p:pic>
        <p:pic>
          <p:nvPicPr>
            <p:cNvPr id="15" name="Picture 14">
              <a:extLst>
                <a:ext uri="{FF2B5EF4-FFF2-40B4-BE49-F238E27FC236}">
                  <a16:creationId xmlns:a16="http://schemas.microsoft.com/office/drawing/2014/main" id="{9F70E71E-0AA0-58AF-C3CC-F8B5F00CE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7579" y="754077"/>
              <a:ext cx="3453339" cy="4534845"/>
            </a:xfrm>
            <a:prstGeom prst="rect">
              <a:avLst/>
            </a:prstGeom>
            <a:effectLst>
              <a:outerShdw blurRad="63500" sx="102000" sy="102000" algn="ctr" rotWithShape="0">
                <a:prstClr val="black">
                  <a:alpha val="40000"/>
                </a:prstClr>
              </a:outerShdw>
            </a:effectLst>
          </p:spPr>
        </p:pic>
        <p:pic>
          <p:nvPicPr>
            <p:cNvPr id="17" name="Picture 16">
              <a:extLst>
                <a:ext uri="{FF2B5EF4-FFF2-40B4-BE49-F238E27FC236}">
                  <a16:creationId xmlns:a16="http://schemas.microsoft.com/office/drawing/2014/main" id="{BEF26536-06F7-34F9-8D76-D76351E026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565" y="692992"/>
              <a:ext cx="3440257" cy="4517667"/>
            </a:xfrm>
            <a:prstGeom prst="rect">
              <a:avLst/>
            </a:prstGeom>
            <a:effectLst>
              <a:outerShdw blurRad="63500" sx="102000" sy="102000" algn="ctr" rotWithShape="0">
                <a:prstClr val="black">
                  <a:alpha val="40000"/>
                </a:prstClr>
              </a:outerShdw>
            </a:effectLst>
          </p:spPr>
        </p:pic>
      </p:grpSp>
    </p:spTree>
    <p:extLst>
      <p:ext uri="{BB962C8B-B14F-4D97-AF65-F5344CB8AC3E}">
        <p14:creationId xmlns:p14="http://schemas.microsoft.com/office/powerpoint/2010/main" val="1247774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B1499-D19E-EA7A-24A5-C84A7295DB33}"/>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8A374C5F-474D-18F5-C595-535512939628}"/>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22</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E784D237-F70D-39FD-37C8-A40CF486B72D}"/>
              </a:ext>
            </a:extLst>
          </p:cNvPr>
          <p:cNvSpPr txBox="1"/>
          <p:nvPr/>
        </p:nvSpPr>
        <p:spPr>
          <a:xfrm>
            <a:off x="2242896" y="5806274"/>
            <a:ext cx="7346782" cy="458074"/>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a:t>
            </a:r>
            <a:r>
              <a:rPr lang="en-IN" b="1" dirty="0">
                <a:latin typeface="Times New Roman" panose="02020603050405020304" pitchFamily="18" charset="0"/>
                <a:ea typeface="Segoe UI Symbol" panose="020B0502040204020203" pitchFamily="34" charset="0"/>
              </a:rPr>
              <a:t>6: Documents page: Upload, Search with similarity and Manage</a:t>
            </a:r>
            <a:endParaRPr lang="en-IN" sz="1600" dirty="0">
              <a:effectLst/>
              <a:latin typeface="Times New Roman" panose="02020603050405020304" pitchFamily="18" charset="0"/>
              <a:ea typeface="Times New Roman" panose="02020603050405020304" pitchFamily="18" charset="0"/>
            </a:endParaRPr>
          </a:p>
        </p:txBody>
      </p:sp>
      <p:grpSp>
        <p:nvGrpSpPr>
          <p:cNvPr id="22" name="Group 21">
            <a:extLst>
              <a:ext uri="{FF2B5EF4-FFF2-40B4-BE49-F238E27FC236}">
                <a16:creationId xmlns:a16="http://schemas.microsoft.com/office/drawing/2014/main" id="{8889BE32-EEB1-2216-2936-B455E6B05055}"/>
              </a:ext>
            </a:extLst>
          </p:cNvPr>
          <p:cNvGrpSpPr/>
          <p:nvPr/>
        </p:nvGrpSpPr>
        <p:grpSpPr>
          <a:xfrm>
            <a:off x="529371" y="843774"/>
            <a:ext cx="11281629" cy="4895800"/>
            <a:chOff x="443971" y="500676"/>
            <a:chExt cx="11281629" cy="4895800"/>
          </a:xfrm>
        </p:grpSpPr>
        <p:pic>
          <p:nvPicPr>
            <p:cNvPr id="17" name="Picture 16">
              <a:extLst>
                <a:ext uri="{FF2B5EF4-FFF2-40B4-BE49-F238E27FC236}">
                  <a16:creationId xmlns:a16="http://schemas.microsoft.com/office/drawing/2014/main" id="{B83228E2-1ACC-081F-0C8E-DFB7A3940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971" y="500677"/>
              <a:ext cx="3555730" cy="4895799"/>
            </a:xfrm>
            <a:prstGeom prst="rect">
              <a:avLst/>
            </a:prstGeom>
            <a:effectLst>
              <a:outerShdw blurRad="63500" sx="102000" sy="102000" algn="ctr" rotWithShape="0">
                <a:prstClr val="black">
                  <a:alpha val="40000"/>
                </a:prstClr>
              </a:outerShdw>
            </a:effectLst>
          </p:spPr>
        </p:pic>
        <p:pic>
          <p:nvPicPr>
            <p:cNvPr id="19" name="Picture 18">
              <a:extLst>
                <a:ext uri="{FF2B5EF4-FFF2-40B4-BE49-F238E27FC236}">
                  <a16:creationId xmlns:a16="http://schemas.microsoft.com/office/drawing/2014/main" id="{B021F8DE-699A-9204-49FF-75E472E49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6072" y="500676"/>
              <a:ext cx="3555730" cy="4895799"/>
            </a:xfrm>
            <a:prstGeom prst="rect">
              <a:avLst/>
            </a:prstGeom>
            <a:effectLst>
              <a:outerShdw blurRad="63500" sx="102000" sy="102000" algn="ctr" rotWithShape="0">
                <a:prstClr val="black">
                  <a:alpha val="40000"/>
                </a:prstClr>
              </a:outerShdw>
            </a:effectLst>
          </p:spPr>
        </p:pic>
        <p:pic>
          <p:nvPicPr>
            <p:cNvPr id="21" name="Picture 20">
              <a:extLst>
                <a:ext uri="{FF2B5EF4-FFF2-40B4-BE49-F238E27FC236}">
                  <a16:creationId xmlns:a16="http://schemas.microsoft.com/office/drawing/2014/main" id="{0D78FF74-AFC8-1C35-14F1-0D0C75F64F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9872" y="500676"/>
              <a:ext cx="3555728" cy="4895800"/>
            </a:xfrm>
            <a:prstGeom prst="rect">
              <a:avLst/>
            </a:prstGeom>
            <a:effectLst>
              <a:outerShdw blurRad="63500" sx="102000" sy="102000" algn="ctr" rotWithShape="0">
                <a:prstClr val="black">
                  <a:alpha val="40000"/>
                </a:prstClr>
              </a:outerShdw>
            </a:effectLst>
          </p:spPr>
        </p:pic>
      </p:grpSp>
    </p:spTree>
    <p:extLst>
      <p:ext uri="{BB962C8B-B14F-4D97-AF65-F5344CB8AC3E}">
        <p14:creationId xmlns:p14="http://schemas.microsoft.com/office/powerpoint/2010/main" val="1810081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86EE-917F-3582-EE64-052B6F5B55EC}"/>
            </a:ext>
          </a:extLst>
        </p:cNvPr>
        <p:cNvGrpSpPr/>
        <p:nvPr/>
      </p:nvGrpSpPr>
      <p:grpSpPr>
        <a:xfrm>
          <a:off x="0" y="0"/>
          <a:ext cx="0" cy="0"/>
          <a:chOff x="0" y="0"/>
          <a:chExt cx="0" cy="0"/>
        </a:xfrm>
      </p:grpSpPr>
      <p:sp>
        <p:nvSpPr>
          <p:cNvPr id="12" name="Slide Number Placeholder 3">
            <a:extLst>
              <a:ext uri="{FF2B5EF4-FFF2-40B4-BE49-F238E27FC236}">
                <a16:creationId xmlns:a16="http://schemas.microsoft.com/office/drawing/2014/main" id="{BB8963F9-C85E-9CBF-B6D5-00A11A96DEC9}"/>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23</a:t>
            </a:fld>
            <a:endParaRPr lang="en-IN" altLang="en-US" sz="1200" b="1" dirty="0">
              <a:solidFill>
                <a:srgbClr val="C00000"/>
              </a:solidFill>
            </a:endParaRPr>
          </a:p>
        </p:txBody>
      </p:sp>
      <p:sp>
        <p:nvSpPr>
          <p:cNvPr id="7" name="TextBox 6">
            <a:extLst>
              <a:ext uri="{FF2B5EF4-FFF2-40B4-BE49-F238E27FC236}">
                <a16:creationId xmlns:a16="http://schemas.microsoft.com/office/drawing/2014/main" id="{0908DCF2-A57A-EEF6-12DC-9B4E635CEB70}"/>
              </a:ext>
            </a:extLst>
          </p:cNvPr>
          <p:cNvSpPr txBox="1"/>
          <p:nvPr/>
        </p:nvSpPr>
        <p:spPr>
          <a:xfrm>
            <a:off x="7798305" y="2843143"/>
            <a:ext cx="3540668" cy="873572"/>
          </a:xfrm>
          <a:prstGeom prst="rect">
            <a:avLst/>
          </a:prstGeom>
          <a:noFill/>
        </p:spPr>
        <p:txBody>
          <a:bodyPr wrap="square">
            <a:spAutoFit/>
          </a:bodyPr>
          <a:lstStyle/>
          <a:p>
            <a:pPr algn="ctr">
              <a:lnSpc>
                <a:spcPct val="150000"/>
              </a:lnSpc>
              <a:spcAft>
                <a:spcPts val="190"/>
              </a:spcAft>
            </a:pPr>
            <a:r>
              <a:rPr lang="en-IN" sz="1800" b="1" dirty="0">
                <a:effectLst/>
                <a:latin typeface="Times New Roman" panose="02020603050405020304" pitchFamily="18" charset="0"/>
                <a:ea typeface="Segoe UI Symbol" panose="020B0502040204020203" pitchFamily="34" charset="0"/>
              </a:rPr>
              <a:t>Fig 7</a:t>
            </a:r>
            <a:r>
              <a:rPr lang="en-IN" b="1" dirty="0">
                <a:latin typeface="Times New Roman" panose="02020603050405020304" pitchFamily="18" charset="0"/>
                <a:ea typeface="Segoe UI Symbol" panose="020B0502040204020203" pitchFamily="34" charset="0"/>
              </a:rPr>
              <a:t>: Document Aware Conversations with Memora</a:t>
            </a:r>
            <a:endParaRPr lang="en-IN" sz="16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0347D698-E5A0-428E-CF4A-C226FBCCDB3E}"/>
              </a:ext>
            </a:extLst>
          </p:cNvPr>
          <p:cNvPicPr>
            <a:picLocks noChangeAspect="1"/>
          </p:cNvPicPr>
          <p:nvPr/>
        </p:nvPicPr>
        <p:blipFill>
          <a:blip r:embed="rId2"/>
          <a:stretch>
            <a:fillRect/>
          </a:stretch>
        </p:blipFill>
        <p:spPr>
          <a:xfrm>
            <a:off x="1503772" y="668872"/>
            <a:ext cx="6294533" cy="530230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50392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7CE3F-206B-FF66-7E85-B9F6D28177A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6E3394D2-240C-293F-84BC-AAE51C7D2721}"/>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3" name="Title 1">
            <a:extLst>
              <a:ext uri="{FF2B5EF4-FFF2-40B4-BE49-F238E27FC236}">
                <a16:creationId xmlns:a16="http://schemas.microsoft.com/office/drawing/2014/main" id="{2017B7A6-5107-0E28-C1DA-BE5B96CA35EE}"/>
              </a:ext>
            </a:extLst>
          </p:cNvPr>
          <p:cNvSpPr txBox="1">
            <a:spLocks/>
          </p:cNvSpPr>
          <p:nvPr/>
        </p:nvSpPr>
        <p:spPr>
          <a:xfrm>
            <a:off x="443971" y="509588"/>
            <a:ext cx="10515600" cy="598488"/>
          </a:xfrm>
          <a:prstGeom prst="rect">
            <a:avLst/>
          </a:prstGeom>
        </p:spPr>
        <p:txBody>
          <a:bodyPr vert="horz" wrap="square" lIns="91440" tIns="45720" rIns="91440" bIns="45720" numCol="1" rtlCol="0" anchor="ctr" anchorCtr="0" compatLnSpc="1">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IN" sz="4890" b="1" dirty="0">
                <a:solidFill>
                  <a:srgbClr val="00B0F0"/>
                </a:solidFill>
                <a:latin typeface="Times New Roman" panose="02020603050405020304" pitchFamily="18" charset="0"/>
                <a:cs typeface="Times New Roman" panose="02020603050405020304" pitchFamily="18" charset="0"/>
              </a:rPr>
              <a:t>Conclusion</a:t>
            </a:r>
          </a:p>
        </p:txBody>
      </p:sp>
      <p:sp>
        <p:nvSpPr>
          <p:cNvPr id="8" name="Rounded Rectangle 4">
            <a:extLst>
              <a:ext uri="{FF2B5EF4-FFF2-40B4-BE49-F238E27FC236}">
                <a16:creationId xmlns:a16="http://schemas.microsoft.com/office/drawing/2014/main" id="{4DB72A4E-F177-F103-6B2D-05C1D30CDEF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BF664F33-1364-C0BA-2506-3C1C6FF2C96C}"/>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315ED282-95CD-1819-0B6F-AAEF5D5D0C5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4D9ECAC6-C86B-BD47-DFDC-E3351740CA7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24</a:t>
            </a:fld>
            <a:endParaRPr lang="en-IN" altLang="en-US" sz="1200" b="1" dirty="0">
              <a:solidFill>
                <a:srgbClr val="C00000"/>
              </a:solidFill>
            </a:endParaRPr>
          </a:p>
        </p:txBody>
      </p:sp>
      <p:sp>
        <p:nvSpPr>
          <p:cNvPr id="2" name="Content Placeholder 2">
            <a:extLst>
              <a:ext uri="{FF2B5EF4-FFF2-40B4-BE49-F238E27FC236}">
                <a16:creationId xmlns:a16="http://schemas.microsoft.com/office/drawing/2014/main" id="{5B1BB66E-B7B9-A665-4512-B2CB160CAAC2}"/>
              </a:ext>
            </a:extLst>
          </p:cNvPr>
          <p:cNvSpPr txBox="1">
            <a:spLocks/>
          </p:cNvSpPr>
          <p:nvPr/>
        </p:nvSpPr>
        <p:spPr>
          <a:xfrm>
            <a:off x="901382" y="1112431"/>
            <a:ext cx="10405110" cy="5351145"/>
          </a:xfrm>
          <a:prstGeom prst="rect">
            <a:avLst/>
          </a:prstGeom>
        </p:spPr>
        <p:txBody>
          <a:bodyPr vert="horz" wrap="square" lIns="91440" tIns="45720" rIns="91440" bIns="45720" rtlCol="0" anchor="t" anchorCtr="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a:t>Memora represents a robust, privacy-first AI scheduling assistant that combines advanced natural language understanding with intuitive calendar management. The system empowers users to manage tasks and events naturally through chat or UI, leveraging local AI models for rapid responses and complete data sovereignty. Context-aware reasoning and conflict detection ensure that schedules remain coherent and flexible, while personalized adaptation minimizes micromanagement for the user. In essence, Memora emerges as a reliable, intelligent partner for productivity, offering secure, offline AI-powered planning that fits individual preferences and routines.</a:t>
            </a:r>
          </a:p>
          <a:p>
            <a:pPr algn="just"/>
            <a:r>
              <a:rPr lang="en-US" b="1" dirty="0"/>
              <a:t>Future Enhancements:</a:t>
            </a:r>
          </a:p>
          <a:p>
            <a:pPr marL="342900" indent="-342900" algn="just">
              <a:buFont typeface="Wingdings" panose="05000000000000000000" pitchFamily="2" charset="2"/>
              <a:buChar char="Ø"/>
            </a:pPr>
            <a:r>
              <a:rPr lang="en-US" dirty="0"/>
              <a:t>Multi-User Collaboration: Enable team-based scheduling and shared calendars.</a:t>
            </a:r>
          </a:p>
          <a:p>
            <a:pPr marL="342900" indent="-342900" algn="just">
              <a:buFont typeface="Wingdings" panose="05000000000000000000" pitchFamily="2" charset="2"/>
              <a:buChar char="Ø"/>
            </a:pPr>
            <a:r>
              <a:rPr lang="en-US" dirty="0"/>
              <a:t>Mobile Integration: Bring local AI scheduling to mobile platforms for on-the-go productivity.</a:t>
            </a:r>
          </a:p>
          <a:p>
            <a:pPr marL="342900" indent="-342900" algn="just">
              <a:buFont typeface="Wingdings" panose="05000000000000000000" pitchFamily="2" charset="2"/>
              <a:buChar char="Ø"/>
            </a:pPr>
            <a:r>
              <a:rPr lang="en-US" dirty="0"/>
              <a:t>Enhanced Document Awareness: Deeper RAG integrations for task extraction from diverse file types.</a:t>
            </a:r>
          </a:p>
          <a:p>
            <a:pPr algn="just"/>
            <a:endParaRPr lang="en-US" altLang="en-IN" sz="2600" dirty="0">
              <a:latin typeface="Times New Roman" panose="02020603050405020304" pitchFamily="18" charset="0"/>
            </a:endParaRPr>
          </a:p>
        </p:txBody>
      </p:sp>
      <p:sp>
        <p:nvSpPr>
          <p:cNvPr id="4" name="TextBox 3">
            <a:extLst>
              <a:ext uri="{FF2B5EF4-FFF2-40B4-BE49-F238E27FC236}">
                <a16:creationId xmlns:a16="http://schemas.microsoft.com/office/drawing/2014/main" id="{55235E73-DB6C-FC8A-2608-EE49D9BB7629}"/>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854143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7CE3F-206B-FF66-7E85-B9F6D28177A6}"/>
            </a:ext>
          </a:extLst>
        </p:cNvPr>
        <p:cNvGrpSpPr/>
        <p:nvPr/>
      </p:nvGrpSpPr>
      <p:grpSpPr>
        <a:xfrm>
          <a:off x="0" y="0"/>
          <a:ext cx="0" cy="0"/>
          <a:chOff x="0" y="0"/>
          <a:chExt cx="0" cy="0"/>
        </a:xfrm>
      </p:grpSpPr>
      <p:sp>
        <p:nvSpPr>
          <p:cNvPr id="6" name="Rounded Rectangle 4">
            <a:extLst>
              <a:ext uri="{FF2B5EF4-FFF2-40B4-BE49-F238E27FC236}">
                <a16:creationId xmlns:a16="http://schemas.microsoft.com/office/drawing/2014/main" id="{6E3394D2-240C-293F-84BC-AAE51C7D2721}"/>
              </a:ext>
            </a:extLst>
          </p:cNvPr>
          <p:cNvSpPr/>
          <p:nvPr/>
        </p:nvSpPr>
        <p:spPr>
          <a:xfrm>
            <a:off x="0" y="6462940"/>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8" name="Rounded Rectangle 4">
            <a:extLst>
              <a:ext uri="{FF2B5EF4-FFF2-40B4-BE49-F238E27FC236}">
                <a16:creationId xmlns:a16="http://schemas.microsoft.com/office/drawing/2014/main" id="{4DB72A4E-F177-F103-6B2D-05C1D30CDEF5}"/>
              </a:ext>
            </a:extLst>
          </p:cNvPr>
          <p:cNvSpPr/>
          <p:nvPr/>
        </p:nvSpPr>
        <p:spPr>
          <a:xfrm>
            <a:off x="-15875" y="-10805"/>
            <a:ext cx="12207875"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IN" sz="1800" b="1" i="0" u="none" strike="noStrike" kern="1200" cap="none" spc="0" normalizeH="0" baseline="0" noProof="0" dirty="0">
              <a:ln>
                <a:noFill/>
              </a:ln>
              <a:solidFill>
                <a:schemeClr val="tx1"/>
              </a:solidFill>
              <a:effectLst/>
              <a:uLnTx/>
              <a:uFillTx/>
              <a:latin typeface="Arial Rounded MT Bold" pitchFamily="34" charset="0"/>
              <a:ea typeface="+mn-ea"/>
              <a:cs typeface="+mn-cs"/>
            </a:endParaRPr>
          </a:p>
        </p:txBody>
      </p:sp>
      <p:sp>
        <p:nvSpPr>
          <p:cNvPr id="9" name="TextBox 8">
            <a:extLst>
              <a:ext uri="{FF2B5EF4-FFF2-40B4-BE49-F238E27FC236}">
                <a16:creationId xmlns:a16="http://schemas.microsoft.com/office/drawing/2014/main" id="{BF664F33-1364-C0BA-2506-3C1C6FF2C96C}"/>
              </a:ext>
            </a:extLst>
          </p:cNvPr>
          <p:cNvSpPr txBox="1"/>
          <p:nvPr/>
        </p:nvSpPr>
        <p:spPr>
          <a:xfrm>
            <a:off x="2801516" y="16768"/>
            <a:ext cx="6588967" cy="338554"/>
          </a:xfrm>
          <a:prstGeom prst="rect">
            <a:avLst/>
          </a:prstGeom>
          <a:noFill/>
        </p:spPr>
        <p:txBody>
          <a:bodyPr wrap="square" rtlCol="0">
            <a:spAutoFit/>
          </a:bodyPr>
          <a:lstStyle/>
          <a:p>
            <a:r>
              <a:rPr lang="en-US" sz="1600" b="1" dirty="0">
                <a:latin typeface="Arial Rounded MT Bold" panose="020F0704030504030204" pitchFamily="34" charset="0"/>
                <a:cs typeface="Arial" panose="020B0604020202020204" pitchFamily="34" charset="0"/>
              </a:rPr>
              <a:t>MALLA REDDY COLLEGE OF ENGINEERING AND TECHNOLOGY</a:t>
            </a:r>
            <a:endParaRPr lang="en-AG" sz="1600" b="1" dirty="0">
              <a:latin typeface="Arial Rounded MT Bold" panose="020F0704030504030204" pitchFamily="34" charset="0"/>
              <a:cs typeface="Arial" panose="020B0604020202020204" pitchFamily="34" charset="0"/>
            </a:endParaRPr>
          </a:p>
        </p:txBody>
      </p:sp>
      <p:pic>
        <p:nvPicPr>
          <p:cNvPr id="10" name="Picture 6">
            <a:extLst>
              <a:ext uri="{FF2B5EF4-FFF2-40B4-BE49-F238E27FC236}">
                <a16:creationId xmlns:a16="http://schemas.microsoft.com/office/drawing/2014/main" id="{315ED282-95CD-1819-0B6F-AAEF5D5D0C58}"/>
              </a:ext>
            </a:extLst>
          </p:cNvPr>
          <p:cNvPicPr>
            <a:picLocks noChangeAspect="1"/>
          </p:cNvPicPr>
          <p:nvPr/>
        </p:nvPicPr>
        <p:blipFill>
          <a:blip r:embed="rId2"/>
          <a:stretch>
            <a:fillRect/>
          </a:stretch>
        </p:blipFill>
        <p:spPr>
          <a:xfrm>
            <a:off x="10899775" y="-128587"/>
            <a:ext cx="1276350" cy="1276350"/>
          </a:xfrm>
          <a:prstGeom prst="rect">
            <a:avLst/>
          </a:prstGeom>
          <a:noFill/>
          <a:ln w="9525">
            <a:noFill/>
          </a:ln>
        </p:spPr>
      </p:pic>
      <p:sp>
        <p:nvSpPr>
          <p:cNvPr id="13" name="Slide Number Placeholder 3">
            <a:extLst>
              <a:ext uri="{FF2B5EF4-FFF2-40B4-BE49-F238E27FC236}">
                <a16:creationId xmlns:a16="http://schemas.microsoft.com/office/drawing/2014/main" id="{4D9ECAC6-C86B-BD47-DFDC-E3351740CA7B}"/>
              </a:ext>
            </a:extLst>
          </p:cNvPr>
          <p:cNvSpPr txBox="1">
            <a:spLocks/>
          </p:cNvSpPr>
          <p:nvPr/>
        </p:nvSpPr>
        <p:spPr>
          <a:xfrm>
            <a:off x="9067800" y="6176963"/>
            <a:ext cx="2743200" cy="365125"/>
          </a:xfrm>
          <a:prstGeom prst="rect">
            <a:avLst/>
          </a:prstGeom>
          <a:noFill/>
          <a:ln>
            <a:noFill/>
          </a:ln>
        </p:spPr>
        <p:txBody>
          <a:bodyPr anchor="ctr" anchorCtr="0"/>
          <a:lstStyle>
            <a:defPPr>
              <a:defRPr lang="en-A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pPr>
            <a:fld id="{9A0DB2DC-4C9A-4742-B13C-FB6460FD3503}" type="slidenum">
              <a:rPr lang="en-IN" altLang="en-US" sz="1200" b="1" smtClean="0">
                <a:solidFill>
                  <a:srgbClr val="C00000"/>
                </a:solidFill>
              </a:rPr>
              <a:pPr algn="r">
                <a:spcBef>
                  <a:spcPct val="0"/>
                </a:spcBef>
              </a:pPr>
              <a:t>25</a:t>
            </a:fld>
            <a:endParaRPr lang="en-IN" altLang="en-US" sz="1200" b="1" dirty="0">
              <a:solidFill>
                <a:srgbClr val="C00000"/>
              </a:solidFill>
            </a:endParaRPr>
          </a:p>
        </p:txBody>
      </p:sp>
      <p:sp>
        <p:nvSpPr>
          <p:cNvPr id="26" name="Title 1">
            <a:extLst>
              <a:ext uri="{FF2B5EF4-FFF2-40B4-BE49-F238E27FC236}">
                <a16:creationId xmlns:a16="http://schemas.microsoft.com/office/drawing/2014/main" id="{81E759DF-6C13-5AC1-4AF0-6660A3A1E2FC}"/>
              </a:ext>
            </a:extLst>
          </p:cNvPr>
          <p:cNvSpPr txBox="1">
            <a:spLocks/>
          </p:cNvSpPr>
          <p:nvPr/>
        </p:nvSpPr>
        <p:spPr>
          <a:xfrm>
            <a:off x="846137" y="1291584"/>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a:solidFill>
                  <a:srgbClr val="00B0F0"/>
                </a:solidFill>
                <a:latin typeface="Times New Roman"/>
                <a:ea typeface="Times New Roman"/>
                <a:cs typeface="Times New Roman"/>
                <a:sym typeface="Times New Roman"/>
              </a:defRPr>
            </a:lvl1pPr>
          </a:lstStyle>
          <a:p>
            <a:r>
              <a:rPr lang="en-IN" sz="4400" dirty="0"/>
              <a:t>Thank you</a:t>
            </a:r>
          </a:p>
        </p:txBody>
      </p:sp>
      <p:sp>
        <p:nvSpPr>
          <p:cNvPr id="27" name="Content Placeholder 2">
            <a:extLst>
              <a:ext uri="{FF2B5EF4-FFF2-40B4-BE49-F238E27FC236}">
                <a16:creationId xmlns:a16="http://schemas.microsoft.com/office/drawing/2014/main" id="{D4B532AA-1C38-C083-9DCB-BEA8798D73B0}"/>
              </a:ext>
            </a:extLst>
          </p:cNvPr>
          <p:cNvSpPr txBox="1">
            <a:spLocks/>
          </p:cNvSpPr>
          <p:nvPr/>
        </p:nvSpPr>
        <p:spPr>
          <a:xfrm>
            <a:off x="2918994" y="2833416"/>
            <a:ext cx="6354012" cy="235131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nSpc>
                <a:spcPct val="100000"/>
              </a:lnSpc>
              <a:buFont typeface="Arial" panose="020B0604020202020204" pitchFamily="34" charset="0"/>
              <a:buChar char="•"/>
              <a:defRPr b="1"/>
            </a:pPr>
            <a:r>
              <a:rPr lang="pt-BR" sz="2600" b="1" dirty="0">
                <a:latin typeface="Times New Roman" panose="02020603050405020304" pitchFamily="18" charset="0"/>
                <a:cs typeface="Times New Roman" panose="02020603050405020304" pitchFamily="18" charset="0"/>
              </a:rPr>
              <a:t>D. Anirudh                    - 22N31A6648</a:t>
            </a:r>
          </a:p>
          <a:p>
            <a:pPr marL="342900" indent="-342900">
              <a:lnSpc>
                <a:spcPct val="100000"/>
              </a:lnSpc>
              <a:buFont typeface="Arial" panose="020B0604020202020204" pitchFamily="34" charset="0"/>
              <a:buChar char="•"/>
              <a:defRPr b="1"/>
            </a:pPr>
            <a:r>
              <a:rPr lang="pt-BR" sz="2600" b="1" dirty="0">
                <a:latin typeface="Times New Roman" panose="02020603050405020304" pitchFamily="18" charset="0"/>
                <a:cs typeface="Times New Roman" panose="02020603050405020304" pitchFamily="18" charset="0"/>
              </a:rPr>
              <a:t>A. Karthikeya               - 22N31A6611</a:t>
            </a:r>
          </a:p>
          <a:p>
            <a:pPr marL="342900" indent="-342900">
              <a:lnSpc>
                <a:spcPct val="100000"/>
              </a:lnSpc>
              <a:buFont typeface="Arial" panose="020B0604020202020204" pitchFamily="34" charset="0"/>
              <a:buChar char="•"/>
              <a:defRPr b="1"/>
            </a:pPr>
            <a:r>
              <a:rPr lang="pt-BR" sz="2600" b="1" dirty="0">
                <a:latin typeface="Times New Roman" panose="02020603050405020304" pitchFamily="18" charset="0"/>
                <a:cs typeface="Times New Roman" panose="02020603050405020304" pitchFamily="18" charset="0"/>
              </a:rPr>
              <a:t>B.Raghuvardhan          - 22N31A6631</a:t>
            </a:r>
          </a:p>
        </p:txBody>
      </p:sp>
      <p:sp>
        <p:nvSpPr>
          <p:cNvPr id="2" name="TextBox 1">
            <a:extLst>
              <a:ext uri="{FF2B5EF4-FFF2-40B4-BE49-F238E27FC236}">
                <a16:creationId xmlns:a16="http://schemas.microsoft.com/office/drawing/2014/main" id="{C4CD281D-E403-AE93-F473-01412C8DFD12}"/>
              </a:ext>
            </a:extLst>
          </p:cNvPr>
          <p:cNvSpPr txBox="1"/>
          <p:nvPr/>
        </p:nvSpPr>
        <p:spPr>
          <a:xfrm>
            <a:off x="443971" y="6490513"/>
            <a:ext cx="11288182" cy="338554"/>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1600" b="1" i="0" u="none" strike="noStrike" kern="1200" cap="none" spc="0" normalizeH="0" baseline="0" noProof="0" dirty="0" err="1">
                <a:ln>
                  <a:noFill/>
                </a:ln>
                <a:solidFill>
                  <a:schemeClr val="tx1"/>
                </a:solidFill>
                <a:effectLst/>
                <a:uLnTx/>
                <a:uFillTx/>
                <a:latin typeface="Arial Rounded MT Bold" pitchFamily="34" charset="0"/>
                <a:ea typeface="+mn-ea"/>
                <a:cs typeface="+mn-cs"/>
              </a:rPr>
              <a:t>B.Tech</a:t>
            </a:r>
            <a:r>
              <a:rPr kumimoji="0" lang="en-IN" sz="1600" b="1" i="0" u="none" strike="noStrike" kern="1200" cap="none" spc="0" normalizeH="0" baseline="0" noProof="0" dirty="0">
                <a:ln>
                  <a:noFill/>
                </a:ln>
                <a:solidFill>
                  <a:schemeClr val="tx1"/>
                </a:solidFill>
                <a:effectLst/>
                <a:uLnTx/>
                <a:uFillTx/>
                <a:latin typeface="Arial Rounded MT Bold" pitchFamily="34" charset="0"/>
                <a:ea typeface="+mn-ea"/>
                <a:cs typeface="+mn-cs"/>
              </a:rPr>
              <a:t> IV Year – I Sem | Dept of Computational Intelligence| Mini Project | Project Review</a:t>
            </a:r>
          </a:p>
        </p:txBody>
      </p:sp>
    </p:spTree>
    <p:extLst>
      <p:ext uri="{BB962C8B-B14F-4D97-AF65-F5344CB8AC3E}">
        <p14:creationId xmlns:p14="http://schemas.microsoft.com/office/powerpoint/2010/main" val="2277107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1192</TotalTime>
  <Words>1346</Words>
  <Application>Microsoft Office PowerPoint</Application>
  <PresentationFormat>Widescreen</PresentationFormat>
  <Paragraphs>145</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 Rounded MT Bold</vt:lpstr>
      <vt:lpstr>Calibri</vt:lpstr>
      <vt:lpstr>Calibri Light</vt:lpstr>
      <vt:lpstr>Poppins</vt:lpstr>
      <vt:lpstr>Times New Roman</vt:lpstr>
      <vt:lpstr>Wingdings</vt:lpstr>
      <vt:lpstr>Office Theme</vt:lpstr>
      <vt:lpstr>MALLAREDDY COLLEGE OF ENGINEERING &amp; TECHNOLOGY (AUTONOMUS INSTITUTION –UGC, GOVT. OF INDIA) Affiliated to JNTUH; Approved by AICTE, NBA-Tier 3 &amp; NAAC with A-GRADE| ISO 9001:2015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supreeth kumar</dc:creator>
  <cp:lastModifiedBy>D Anirudh</cp:lastModifiedBy>
  <cp:revision>91</cp:revision>
  <dcterms:created xsi:type="dcterms:W3CDTF">2025-02-21T15:42:40Z</dcterms:created>
  <dcterms:modified xsi:type="dcterms:W3CDTF">2025-11-01T06:57:59Z</dcterms:modified>
</cp:coreProperties>
</file>